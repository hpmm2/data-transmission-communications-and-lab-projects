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D3B3C7E-BC2D-4436-8B03-AC421FA66787}"/>
              </a:ext>
            </a:extLst>
          </p:cNvPr>
          <p:cNvSpPr/>
          <p:nvPr/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66887E-4265-46F7-9DE0-605FFFC9076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35130" y="1066800"/>
            <a:ext cx="8112369" cy="2073119"/>
          </a:xfrm>
        </p:spPr>
        <p:txBody>
          <a:bodyPr anchor="b">
            <a:normAutofit/>
          </a:bodyPr>
          <a:lstStyle>
            <a:lvl1pPr algn="ctr">
              <a:lnSpc>
                <a:spcPct val="110000"/>
              </a:lnSpc>
              <a:defRPr sz="2800" cap="all" spc="39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B1A74-54F5-45CA-8922-87FFD5751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5804" y="4876802"/>
            <a:ext cx="7821637" cy="102869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BE6EF-9D0F-4ABF-B92C-E967FE3F1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AB150-954C-4F02-89AC-DA7163D7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79965" y="6245352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16270-CBD7-4ACC-BFC5-9CADE722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‹Nº›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9B5D0C1-066E-4C02-A6B8-59FAE4A19724}"/>
              </a:ext>
            </a:extLst>
          </p:cNvPr>
          <p:cNvGrpSpPr/>
          <p:nvPr/>
        </p:nvGrpSpPr>
        <p:grpSpPr>
          <a:xfrm>
            <a:off x="5662258" y="4240546"/>
            <a:ext cx="867485" cy="115439"/>
            <a:chOff x="8910933" y="1861308"/>
            <a:chExt cx="867485" cy="1154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4386904-AFDC-449E-8D1B-906B305EBDA7}"/>
                </a:ext>
              </a:extLst>
            </p:cNvPr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70778F2-11E8-428C-8324-479CA9D6FE92}"/>
                </a:ext>
              </a:extLst>
            </p:cNvPr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A0BE89E-CB2D-48BA-A8D2-533FAAAA725F}"/>
                </a:ext>
              </a:extLst>
            </p:cNvPr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63012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2DC87-4B97-4A7C-BC4C-6E7724561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59FD9-57FD-4ABA-9FCD-795405253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BD40E-B0AA-47B8-900F-488A8AEC1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E623C-1E35-4485-A5B4-A71969BE7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C6BB9-EF4F-465E-985B-34521F68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840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5577-D71B-4279-B07A-62F703E5D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8367D-C35C-4023-BEBE-F834D033B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FCF8A-B8C6-496A-98A5-BBB52DB70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CDE45C10-227D-42DF-A888-EEFD3784F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3900" y="750338"/>
            <a:ext cx="4580642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A214944-8898-48BC-AE6F-065DA7BBB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580478" y="4714704"/>
            <a:ext cx="867485" cy="115439"/>
            <a:chOff x="8910933" y="1861308"/>
            <a:chExt cx="867485" cy="1154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94B3AAB-30C4-441D-B481-D253F8325953}"/>
                </a:ext>
              </a:extLst>
            </p:cNvPr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DCB6176-5585-40BC-BC9C-CA625F989F1B}"/>
                </a:ext>
              </a:extLst>
            </p:cNvPr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7C4F1D9-97D8-43DD-A319-C56367F97FCE}"/>
                </a:ext>
              </a:extLst>
            </p:cNvPr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25E64ED-B373-4866-B5A2-E805D3168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291" y="1274475"/>
            <a:ext cx="3761832" cy="2823913"/>
          </a:xfrm>
        </p:spPr>
        <p:txBody>
          <a:bodyPr anchor="b">
            <a:normAutofit/>
          </a:bodyPr>
          <a:lstStyle>
            <a:lvl1pPr algn="ctr">
              <a:defRPr sz="3200" cap="all" spc="6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D6168-DDAE-41B2-A0D5-42185A2D0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56756" y="2730304"/>
            <a:ext cx="4383030" cy="139739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54494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25EB-71EE-41B3-89D2-47A0C7C35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62F7D-C4AD-4BD4-AAC8-F0223EE4A3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7305" y="2155369"/>
            <a:ext cx="4953000" cy="399832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0FB088-28C6-4667-8DF2-0DE32AE3E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55369"/>
            <a:ext cx="4953000" cy="39983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6095F-AE34-4E94-B722-E3A1205AE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6A8E6-BD94-48EA-8F35-DA0DF910A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78AEF-56B8-49F5-81E8-663B1FFA0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830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F873F-001F-4254-97F3-05329E6A7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555171"/>
            <a:ext cx="10134600" cy="113551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7B575-060F-4296-A28A-93DA109F9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7306" y="1801620"/>
            <a:ext cx="4849036" cy="814387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81A51-F4D1-4A02-9918-C416F820B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7306" y="2619103"/>
            <a:ext cx="4849036" cy="3514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2916D0-3DFE-455D-9888-3FDEFD3DE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0108" y="1801620"/>
            <a:ext cx="4904585" cy="814387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93D763-0643-4A48-8007-93391C59F6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0108" y="2619103"/>
            <a:ext cx="4904585" cy="3514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A2D07B-3A5D-41C2-83B8-BD1AD6522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2C1367-FE5A-4CDD-B85B-724FFFE5B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2F244-23EB-4E1A-B74F-77F23F879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286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76C0A-BEF4-4DE4-A9D2-C60298FC7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67C0AC-3C98-4D68-AE72-CFFA1638C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A7722A-E2E4-45D2-8A20-4853ED683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6B9201-B20B-4412-B745-F2F6A9148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56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4889A-9ABE-4409-BAD8-F84C36C1F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DA5A70-FE21-4CB6-A67B-1DC798E9E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4AD11-7FD2-432C-A6AB-395BE9275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996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397CF-9CDD-4E78-8F35-A2FFE7867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94BFE-7A85-4123-B0F7-4DB1C141C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6800"/>
            <a:ext cx="6172200" cy="48386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EFD6D-1929-4A73-A860-22A36FF5C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399A5-94A1-4452-AFF0-918BDA8B1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589D8-DD83-406C-A77A-176D23993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46024-82ED-40EF-8846-F6CC44BC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604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D12FA-83A4-42AF-98D7-312C4C5A7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CF1DC8-2932-4C6E-BFBB-8BA1C95984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5942012" cy="48387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E0000-EF01-46A5-8A71-25FB7EA3F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AD40B-9246-4532-9F73-5BA9061C3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6B9A0-5B1C-4F7B-828A-EF74E5147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E99FB-C932-4165-A612-8B302D8F7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0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1126-542A-43AD-8078-EE3565165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5F98B-5F32-4561-BFBC-9F6E5DA0A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28700" y="2161903"/>
            <a:ext cx="10134600" cy="3743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3D0DD-B04E-4E48-8EE1-51E46131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1352D-F9C0-4442-9601-A09A7655E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C0801-9C45-40AE-AB33-5742CDA4D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862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946561-59BF-4566-AD2C-9B05C4771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6250" y="723899"/>
            <a:ext cx="2271849" cy="5410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DF7870-6CBD-47E2-854C-68141BAA1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23900" y="723899"/>
            <a:ext cx="8302534" cy="54102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2FAF3-C106-49CB-A845-1FC7F7313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D5CCC-00E8-48FA-91A6-921E7B644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E1751-E7AA-406D-A977-1ACEF1FBD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375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E7638-D991-46E7-BF2C-67D1AC8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23900"/>
            <a:ext cx="10134600" cy="12884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C6B9C-4923-4DAB-9748-D5CD289EB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161903"/>
            <a:ext cx="10134600" cy="39693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78CF6-4B33-40E4-B881-5F4C568378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765" y="6245032"/>
            <a:ext cx="5244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19590046-DA73-4BBF-84B5-C08E6F75191A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E857E-F564-4539-9984-10435B6140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4841" y="6245032"/>
            <a:ext cx="26593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C485584D-7D79-4248-9986-4CA35242F944}" type="datetimeFigureOut">
              <a:rPr lang="en-US" smtClean="0"/>
              <a:t>11/8/2022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EABEF-B998-4B11-A878-8F492F8E39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9964" y="6245033"/>
            <a:ext cx="41122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EB54D17-3792-403D-9127-495845021D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60920 w 12192000"/>
              <a:gd name="connsiteY0" fmla="*/ 157606 h 6858000"/>
              <a:gd name="connsiteX1" fmla="*/ 160920 w 12192000"/>
              <a:gd name="connsiteY1" fmla="*/ 6700394 h 6858000"/>
              <a:gd name="connsiteX2" fmla="*/ 12031081 w 12192000"/>
              <a:gd name="connsiteY2" fmla="*/ 6700394 h 6858000"/>
              <a:gd name="connsiteX3" fmla="*/ 12031081 w 12192000"/>
              <a:gd name="connsiteY3" fmla="*/ 157606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60920" y="157606"/>
                </a:moveTo>
                <a:lnTo>
                  <a:pt x="160920" y="6700394"/>
                </a:lnTo>
                <a:lnTo>
                  <a:pt x="12031081" y="6700394"/>
                </a:lnTo>
                <a:lnTo>
                  <a:pt x="12031081" y="15760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034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kern="1200" cap="none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Tx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74320" indent="-228600" algn="l" defTabSz="914400" rtl="0" eaLnBrk="1" latinLnBrk="0" hangingPunct="1">
        <a:lnSpc>
          <a:spcPct val="11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54864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54864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8">
            <a:extLst>
              <a:ext uri="{FF2B5EF4-FFF2-40B4-BE49-F238E27FC236}">
                <a16:creationId xmlns:a16="http://schemas.microsoft.com/office/drawing/2014/main" id="{1AB7CFDD-E67B-4078-9BD0-D09D4200E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0">
            <a:extLst>
              <a:ext uri="{FF2B5EF4-FFF2-40B4-BE49-F238E27FC236}">
                <a16:creationId xmlns:a16="http://schemas.microsoft.com/office/drawing/2014/main" id="{B191E377-3C4E-4C42-B42C-858169F3A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3" descr="Concepto genético abstracto">
            <a:extLst>
              <a:ext uri="{FF2B5EF4-FFF2-40B4-BE49-F238E27FC236}">
                <a16:creationId xmlns:a16="http://schemas.microsoft.com/office/drawing/2014/main" id="{A1F4A3FD-2B10-EAE5-F4C4-8FBEE1FB1CF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1000"/>
          </a:blip>
          <a:srcRect t="25613" b="18137"/>
          <a:stretch/>
        </p:blipFill>
        <p:spPr>
          <a:xfrm>
            <a:off x="-1" y="1"/>
            <a:ext cx="12192001" cy="6857999"/>
          </a:xfrm>
          <a:prstGeom prst="rect">
            <a:avLst/>
          </a:prstGeom>
        </p:spPr>
      </p:pic>
      <p:grpSp>
        <p:nvGrpSpPr>
          <p:cNvPr id="28" name="Group 12">
            <a:extLst>
              <a:ext uri="{FF2B5EF4-FFF2-40B4-BE49-F238E27FC236}">
                <a16:creationId xmlns:a16="http://schemas.microsoft.com/office/drawing/2014/main" id="{91B7537E-7B93-4306-B9DF-4CD583E0A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2258" y="4237480"/>
            <a:ext cx="867485" cy="115439"/>
            <a:chOff x="8910933" y="1861308"/>
            <a:chExt cx="867485" cy="11543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0AB796C-11E6-468E-9C0D-38940D8E2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29" name="Straight Connector 14">
              <a:extLst>
                <a:ext uri="{FF2B5EF4-FFF2-40B4-BE49-F238E27FC236}">
                  <a16:creationId xmlns:a16="http://schemas.microsoft.com/office/drawing/2014/main" id="{0FC9ACE4-DF02-4B56-B482-DDAD2EC09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99CC309-9401-4122-8206-A304650EFC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6E4A6B5D-53C4-243D-6982-19E53A4B6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721" y="1032153"/>
            <a:ext cx="10288555" cy="498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595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8">
            <a:extLst>
              <a:ext uri="{FF2B5EF4-FFF2-40B4-BE49-F238E27FC236}">
                <a16:creationId xmlns:a16="http://schemas.microsoft.com/office/drawing/2014/main" id="{1AB7CFDD-E67B-4078-9BD0-D09D4200E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0">
            <a:extLst>
              <a:ext uri="{FF2B5EF4-FFF2-40B4-BE49-F238E27FC236}">
                <a16:creationId xmlns:a16="http://schemas.microsoft.com/office/drawing/2014/main" id="{B191E377-3C4E-4C42-B42C-858169F3A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3" descr="Concepto genético abstracto">
            <a:extLst>
              <a:ext uri="{FF2B5EF4-FFF2-40B4-BE49-F238E27FC236}">
                <a16:creationId xmlns:a16="http://schemas.microsoft.com/office/drawing/2014/main" id="{A1F4A3FD-2B10-EAE5-F4C4-8FBEE1FB1CF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1000"/>
          </a:blip>
          <a:srcRect t="25613" b="18137"/>
          <a:stretch/>
        </p:blipFill>
        <p:spPr>
          <a:xfrm>
            <a:off x="-1" y="1"/>
            <a:ext cx="12192001" cy="6857999"/>
          </a:xfrm>
          <a:prstGeom prst="rect">
            <a:avLst/>
          </a:prstGeom>
        </p:spPr>
      </p:pic>
      <p:grpSp>
        <p:nvGrpSpPr>
          <p:cNvPr id="28" name="Group 12">
            <a:extLst>
              <a:ext uri="{FF2B5EF4-FFF2-40B4-BE49-F238E27FC236}">
                <a16:creationId xmlns:a16="http://schemas.microsoft.com/office/drawing/2014/main" id="{91B7537E-7B93-4306-B9DF-4CD583E0A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62258" y="4237480"/>
            <a:ext cx="867485" cy="115439"/>
            <a:chOff x="8910933" y="1861308"/>
            <a:chExt cx="867485" cy="11543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0AB796C-11E6-468E-9C0D-38940D8E2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29" name="Straight Connector 14">
              <a:extLst>
                <a:ext uri="{FF2B5EF4-FFF2-40B4-BE49-F238E27FC236}">
                  <a16:creationId xmlns:a16="http://schemas.microsoft.com/office/drawing/2014/main" id="{0FC9ACE4-DF02-4B56-B482-DDAD2EC09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99CC309-9401-4122-8206-A304650EFC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58E03CA3-32CB-4C9B-04A9-14DB9CE5B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099" y="862352"/>
            <a:ext cx="10951029" cy="5133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550504"/>
      </p:ext>
    </p:extLst>
  </p:cSld>
  <p:clrMapOvr>
    <a:masterClrMapping/>
  </p:clrMapOvr>
</p:sld>
</file>

<file path=ppt/theme/theme1.xml><?xml version="1.0" encoding="utf-8"?>
<a:theme xmlns:a="http://schemas.openxmlformats.org/drawingml/2006/main" name="AdornVTI">
  <a:themeElements>
    <a:clrScheme name="AnalogousFromLightSeedLeftStep">
      <a:dk1>
        <a:srgbClr val="000000"/>
      </a:dk1>
      <a:lt1>
        <a:srgbClr val="FFFFFF"/>
      </a:lt1>
      <a:dk2>
        <a:srgbClr val="24393F"/>
      </a:dk2>
      <a:lt2>
        <a:srgbClr val="E8E8E2"/>
      </a:lt2>
      <a:accent1>
        <a:srgbClr val="8885D7"/>
      </a:accent1>
      <a:accent2>
        <a:srgbClr val="6A90CE"/>
      </a:accent2>
      <a:accent3>
        <a:srgbClr val="5AAEC3"/>
      </a:accent3>
      <a:accent4>
        <a:srgbClr val="5DB4A2"/>
      </a:accent4>
      <a:accent5>
        <a:srgbClr val="68B484"/>
      </a:accent5>
      <a:accent6>
        <a:srgbClr val="62B65E"/>
      </a:accent6>
      <a:hlink>
        <a:srgbClr val="848651"/>
      </a:hlink>
      <a:folHlink>
        <a:srgbClr val="7F7F7F"/>
      </a:folHlink>
    </a:clrScheme>
    <a:fontScheme name="Bembo">
      <a:majorFont>
        <a:latin typeface="Bembo"/>
        <a:ea typeface=""/>
        <a:cs typeface=""/>
      </a:majorFont>
      <a:minorFont>
        <a:latin typeface="Bemb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dornVTI" id="{497E3FA9-5A27-4D12-9D04-917BEF3D1303}" vid="{34192A01-61CA-4566-9818-841C607496F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Panorámica</PresentationFormat>
  <Paragraphs>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Arial</vt:lpstr>
      <vt:lpstr>Bembo</vt:lpstr>
      <vt:lpstr>AdornVTI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HEIDI PAMELA MARTINEZ MARTINEZ</dc:creator>
  <cp:lastModifiedBy>HEIDI PAMELA MARTINEZ MARTINEZ</cp:lastModifiedBy>
  <cp:revision>1</cp:revision>
  <dcterms:created xsi:type="dcterms:W3CDTF">2022-11-09T00:21:21Z</dcterms:created>
  <dcterms:modified xsi:type="dcterms:W3CDTF">2022-11-09T00:24:28Z</dcterms:modified>
</cp:coreProperties>
</file>