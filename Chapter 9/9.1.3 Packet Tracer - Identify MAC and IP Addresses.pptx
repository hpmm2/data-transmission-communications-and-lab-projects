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2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2F1C56-8A72-4858-851C-F15B634C74F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85900" y="1122362"/>
            <a:ext cx="8609322" cy="3744209"/>
          </a:xfrm>
        </p:spPr>
        <p:txBody>
          <a:bodyPr anchor="b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C1834EB-45A5-426C-824A-8F07CA8F6DB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85900" y="5230134"/>
            <a:ext cx="4610100" cy="942065"/>
          </a:xfrm>
        </p:spPr>
        <p:txBody>
          <a:bodyPr>
            <a:normAutofit/>
          </a:bodyPr>
          <a:lstStyle>
            <a:lvl1pPr marL="0" indent="0" algn="l">
              <a:buNone/>
              <a:defRPr sz="16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3D55F2-5374-4778-B1EE-98996792D0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1E1FAD-7351-4908-963A-08EA8E4AB7A0}" type="datetimeFigureOut">
              <a:rPr lang="en-US" smtClean="0"/>
              <a:t>11/8/2022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4044F8-E727-4D63-B6D6-26482F83D3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141F76-D956-4205-AD99-E91FD5FCC0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2D47E-0AF1-4C27-801F-64E3E5BF7F7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99157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911A1B-E09A-4F93-BC68-B160114AFC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C8C4A9-27ED-4E86-A256-5009E31342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lnSpc>
                <a:spcPct val="120000"/>
              </a:lnSpc>
              <a:defRPr/>
            </a:lvl1pPr>
            <a:lvl2pPr>
              <a:lnSpc>
                <a:spcPct val="120000"/>
              </a:lnSpc>
              <a:defRPr/>
            </a:lvl2pPr>
            <a:lvl3pPr>
              <a:lnSpc>
                <a:spcPct val="120000"/>
              </a:lnSpc>
              <a:defRPr sz="1400"/>
            </a:lvl3pPr>
            <a:lvl4pPr>
              <a:lnSpc>
                <a:spcPct val="120000"/>
              </a:lnSpc>
              <a:defRPr sz="1200"/>
            </a:lvl4pPr>
            <a:lvl5pPr>
              <a:lnSpc>
                <a:spcPct val="120000"/>
              </a:lnSpc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5CF91C-8771-4949-A397-928A5743EB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1E1FAD-7351-4908-963A-08EA8E4AB7A0}" type="datetimeFigureOut">
              <a:rPr lang="en-US" smtClean="0"/>
              <a:t>11/8/2022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3EA0ED-4961-4254-B34E-71D14C4E05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497152-BD97-4A72-8B07-CD2BC57B84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2D47E-0AF1-4C27-801F-64E3E5BF7F7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21626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B4EAF4-C10D-4650-9587-15DA8E9F9C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1368862"/>
            <a:ext cx="9486900" cy="3679656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A1D5C2-6E93-4B23-A0CA-D5D7E735C7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19200" y="5318974"/>
            <a:ext cx="9486900" cy="853225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815BFB-5D28-4ABE-AD37-0C6C3FD949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1E1FAD-7351-4908-963A-08EA8E4AB7A0}" type="datetimeFigureOut">
              <a:rPr lang="en-US" smtClean="0"/>
              <a:t>11/8/2022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A4035B-0539-4A03-87C0-22E52C98B2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327ADF-48C9-49CF-BD4D-82399BF64A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2D47E-0AF1-4C27-801F-64E3E5BF7F7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49833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91A2FB-0310-4935-B7F7-E47876CD4E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987C14-52AB-4AAC-9038-29CF58EA6EA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219200" y="2168278"/>
            <a:ext cx="4702921" cy="4008684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CB2E45A-DCC0-4701-9D67-EF56AECE343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69880" y="2168278"/>
            <a:ext cx="4782699" cy="4008684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1AF0813-A167-4D17-AA79-07BD9765FE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1E1FAD-7351-4908-963A-08EA8E4AB7A0}" type="datetimeFigureOut">
              <a:rPr lang="en-US" smtClean="0"/>
              <a:t>11/8/2022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0A940D7-D4C1-4C24-95F3-29A849CEEE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7949AB7-007E-4D4D-A2C1-2C5C3310C0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2D47E-0AF1-4C27-801F-64E3E5BF7F7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41753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2B0184-BDFD-48DE-B858-B81887BFD3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365125"/>
            <a:ext cx="9753599" cy="1577975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24FEB2-6EEC-49D4-9466-0F7A6EDB0C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19201" y="2109789"/>
            <a:ext cx="4507931" cy="837257"/>
          </a:xfrm>
        </p:spPr>
        <p:txBody>
          <a:bodyPr anchor="b">
            <a:normAutofit/>
          </a:bodyPr>
          <a:lstStyle>
            <a:lvl1pPr marL="0" indent="0">
              <a:buNone/>
              <a:defRPr sz="20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DE8CF0-BAB6-4BF2-836F-FED0AF88A8A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219201" y="3063530"/>
            <a:ext cx="4507930" cy="3126131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F0751AB-FCF0-450B-A6DF-9B9A2AD2C24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464867" y="2109789"/>
            <a:ext cx="4507932" cy="837257"/>
          </a:xfrm>
        </p:spPr>
        <p:txBody>
          <a:bodyPr anchor="b">
            <a:normAutofit/>
          </a:bodyPr>
          <a:lstStyle>
            <a:lvl1pPr marL="0" indent="0">
              <a:buNone/>
              <a:defRPr sz="20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D3898E7-3130-4CE6-AA11-C9CC8214EA1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464867" y="3063530"/>
            <a:ext cx="4507932" cy="3126131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5D85675-9678-4CB3-9AAB-D727D2B58E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1E1FAD-7351-4908-963A-08EA8E4AB7A0}" type="datetimeFigureOut">
              <a:rPr lang="en-US" smtClean="0"/>
              <a:t>11/8/2022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45F8314-1849-461A-AAF2-BF149646D5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B69738E-5865-473C-BAFB-BDB385C069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2D47E-0AF1-4C27-801F-64E3E5BF7F7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54098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97AC40-59FF-4CE3-B49C-C824A784C5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365125"/>
            <a:ext cx="9493249" cy="1577975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92FAB63-E9CE-4359-A54B-07AC7E9BBA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1E1FAD-7351-4908-963A-08EA8E4AB7A0}" type="datetimeFigureOut">
              <a:rPr lang="en-US" smtClean="0"/>
              <a:t>11/8/2022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7939854-5165-4C41-8DCA-D42DFD7D90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F1768E0-4535-4B0D-8B94-4C10740B0A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2D47E-0AF1-4C27-801F-64E3E5BF7F7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76992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84678E3-D115-4E49-9ECB-656CF2319E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1E1FAD-7351-4908-963A-08EA8E4AB7A0}" type="datetimeFigureOut">
              <a:rPr lang="en-US" smtClean="0"/>
              <a:t>11/8/2022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521E6FC-7F84-4673-81D6-B85FE26DA0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480318A-245C-4841-AB57-CEC5CC124D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2D47E-0AF1-4C27-801F-64E3E5BF7F7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75315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0F847B-9D86-47FF-B24A-EEA5F73EA1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457200"/>
            <a:ext cx="3776472" cy="2852928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AC0675-AD2F-44DC-8FF3-4454258A59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57582" y="987425"/>
            <a:ext cx="5948618" cy="4873625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1D96356-C0F0-4C22-B9B6-C7E0BE4F370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219200" y="3484210"/>
            <a:ext cx="3768934" cy="238477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F3EFD71-2ACA-4041-9EA2-86E7B81C31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1E1FAD-7351-4908-963A-08EA8E4AB7A0}" type="datetimeFigureOut">
              <a:rPr lang="en-US" smtClean="0"/>
              <a:t>11/8/2022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4ECACE3-32A8-4245-97AC-5797C147E7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4D63845-314D-499C-BB75-CE9162BE6E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2D47E-0AF1-4C27-801F-64E3E5BF7F7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54867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66D3DB-B1F8-4892-96F7-0BE21DE637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457200"/>
            <a:ext cx="3932349" cy="2852670"/>
          </a:xfrm>
        </p:spPr>
        <p:txBody>
          <a:bodyPr anchor="b">
            <a:noAutofit/>
          </a:bodyPr>
          <a:lstStyle>
            <a:lvl1pPr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40AB405-B2E9-4C4B-930C-CF1B63342F1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674810" y="657055"/>
            <a:ext cx="5831389" cy="551514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8AF82ED-5295-4670-A3A8-B7813FF4713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219199" y="3484210"/>
            <a:ext cx="3768934" cy="237684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F8BCDD2-4389-41FA-BE68-6805E3290F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1E1FAD-7351-4908-963A-08EA8E4AB7A0}" type="datetimeFigureOut">
              <a:rPr lang="en-US" smtClean="0"/>
              <a:t>11/8/2022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3C1D4C8-D966-41BE-B38F-54B9134FF7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3A7339F-1169-4FB1-8FAA-781335ECB2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2D47E-0AF1-4C27-801F-64E3E5BF7F7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50069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CA6D4F-1C6D-40FB-9A92-C86C4E15C0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B67BDDB-F95B-4041-AA53-71BBCB26D9C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977052-C8EA-459E-9E10-8EE28C50E1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1E1FAD-7351-4908-963A-08EA8E4AB7A0}" type="datetimeFigureOut">
              <a:rPr lang="en-US" smtClean="0"/>
              <a:t>11/8/2022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3E6650-E3AD-4C98-88FE-F5152966FE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54FED5-B228-4E3C-BFEE-0BC47D9506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2D47E-0AF1-4C27-801F-64E3E5BF7F7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1381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B0A243A-5463-4C65-85DA-03BECDAE63E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831898" y="897973"/>
            <a:ext cx="2674301" cy="5278989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E10153C-6948-4108-8FF1-033F66D4CAB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854169"/>
            <a:ext cx="7734300" cy="5322793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345988-B24C-46FE-87B0-55D4FB7CBC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1E1FAD-7351-4908-963A-08EA8E4AB7A0}" type="datetimeFigureOut">
              <a:rPr lang="en-US" smtClean="0"/>
              <a:t>11/8/2022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3AB2DB-BD1F-41F7-AC5E-57249C2700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81E3DB-BDAB-40CA-ABA3-A3662C0688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2D47E-0AF1-4C27-801F-64E3E5BF7F7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62049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2104591-A10E-46C3-952B-F25DCBDAD1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365125"/>
            <a:ext cx="9493249" cy="157797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1F77F62-7300-4B81-8F9B-D040A0EE17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19200" y="2318032"/>
            <a:ext cx="9493250" cy="385416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252CF0-2C7E-4A4C-BD7E-B7CEFF0DC45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16200000">
            <a:off x="-1029207" y="4680813"/>
            <a:ext cx="275833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/>
                </a:solidFill>
              </a:defRPr>
            </a:lvl1pPr>
          </a:lstStyle>
          <a:p>
            <a:fld id="{8C1E1FAD-7351-4908-963A-08EA8E4AB7A0}" type="datetimeFigureOut">
              <a:rPr lang="en-US" smtClean="0"/>
              <a:t>11/8/2022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B49E98-61B4-4398-B18F-534336EA174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61112" y="6356350"/>
            <a:ext cx="550968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76DC5D-5820-4314-ADE6-9CD1C7D4AB6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05482" y="6356350"/>
            <a:ext cx="11120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/>
                </a:solidFill>
              </a:defRPr>
            </a:lvl1pPr>
          </a:lstStyle>
          <a:p>
            <a:fld id="{1CF2D47E-0AF1-4C27-801F-64E3E5BF7F72}" type="slidenum">
              <a:rPr lang="en-US" smtClean="0"/>
              <a:t>‹Nº›</a:t>
            </a:fld>
            <a:endParaRPr lang="en-US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23F5135F-115E-423C-BE4A-B56C35DC9F3E}"/>
              </a:ext>
            </a:extLst>
          </p:cNvPr>
          <p:cNvGrpSpPr/>
          <p:nvPr/>
        </p:nvGrpSpPr>
        <p:grpSpPr>
          <a:xfrm>
            <a:off x="174436" y="6356005"/>
            <a:ext cx="358083" cy="358083"/>
            <a:chOff x="4135740" y="1745599"/>
            <a:chExt cx="558732" cy="558732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82C1E318-0F1F-4920-8C7D-FBAC66631B54}"/>
                </a:ext>
              </a:extLst>
            </p:cNvPr>
            <p:cNvGrpSpPr/>
            <p:nvPr/>
          </p:nvGrpSpPr>
          <p:grpSpPr>
            <a:xfrm>
              <a:off x="4135740" y="1745599"/>
              <a:ext cx="558732" cy="558732"/>
              <a:chOff x="1028007" y="1706560"/>
              <a:chExt cx="575710" cy="575710"/>
            </a:xfrm>
          </p:grpSpPr>
          <p:cxnSp>
            <p:nvCxnSpPr>
              <p:cNvPr id="10" name="Straight Connector 9">
                <a:extLst>
                  <a:ext uri="{FF2B5EF4-FFF2-40B4-BE49-F238E27FC236}">
                    <a16:creationId xmlns:a16="http://schemas.microsoft.com/office/drawing/2014/main" id="{DE4A7237-B6EB-4FB7-8B68-7C27438D477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28007" y="1994415"/>
                <a:ext cx="575710" cy="0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" name="Straight Connector 10">
                <a:extLst>
                  <a:ext uri="{FF2B5EF4-FFF2-40B4-BE49-F238E27FC236}">
                    <a16:creationId xmlns:a16="http://schemas.microsoft.com/office/drawing/2014/main" id="{84E00FDE-0838-4B5B-A782-6B6C92DB0A89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1028007" y="1994415"/>
                <a:ext cx="575710" cy="0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2BC1B2F3-8E83-4A70-B103-979C67EECED1}"/>
                </a:ext>
              </a:extLst>
            </p:cNvPr>
            <p:cNvSpPr/>
            <p:nvPr/>
          </p:nvSpPr>
          <p:spPr>
            <a:xfrm>
              <a:off x="4336389" y="1946248"/>
              <a:ext cx="157434" cy="15743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7809835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1" r:id="rId1"/>
    <p:sldLayoutId id="2147483682" r:id="rId2"/>
    <p:sldLayoutId id="2147483683" r:id="rId3"/>
    <p:sldLayoutId id="2147483684" r:id="rId4"/>
    <p:sldLayoutId id="2147483685" r:id="rId5"/>
    <p:sldLayoutId id="2147483691" r:id="rId6"/>
    <p:sldLayoutId id="2147483686" r:id="rId7"/>
    <p:sldLayoutId id="2147483687" r:id="rId8"/>
    <p:sldLayoutId id="2147483688" r:id="rId9"/>
    <p:sldLayoutId id="2147483690" r:id="rId10"/>
    <p:sldLayoutId id="2147483689" r:id="rId11"/>
  </p:sldLayoutIdLst>
  <p:txStyles>
    <p:titleStyle>
      <a:lvl1pPr algn="l" defTabSz="914400" rtl="0" eaLnBrk="1" latinLnBrk="0" hangingPunct="1">
        <a:lnSpc>
          <a:spcPct val="120000"/>
        </a:lnSpc>
        <a:spcBef>
          <a:spcPct val="0"/>
        </a:spcBef>
        <a:buNone/>
        <a:defRPr sz="4000" i="1" kern="1200">
          <a:solidFill>
            <a:srgbClr val="000000"/>
          </a:solidFill>
          <a:highlight>
            <a:srgbClr val="FFFF00"/>
          </a:highlight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20000"/>
        </a:lnSpc>
        <a:spcBef>
          <a:spcPts val="500"/>
        </a:spcBef>
        <a:buFont typeface="Consolas" panose="020B0609020204030204" pitchFamily="49" charset="0"/>
        <a:buChar char="+"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64008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822960" indent="-228600" algn="l" defTabSz="914400" rtl="0" eaLnBrk="1" latinLnBrk="0" hangingPunct="1">
        <a:lnSpc>
          <a:spcPct val="120000"/>
        </a:lnSpc>
        <a:spcBef>
          <a:spcPts val="500"/>
        </a:spcBef>
        <a:buFont typeface="Consolas" panose="020B0609020204030204" pitchFamily="49" charset="0"/>
        <a:buChar char="+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00584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23F5135F-115E-423C-BE4A-B56C35DC9F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74436" y="6388259"/>
            <a:ext cx="358083" cy="368964"/>
            <a:chOff x="4135740" y="1795926"/>
            <a:chExt cx="558732" cy="575710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82C1E318-0F1F-4920-8C7D-FBAC66631B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4135740" y="1795926"/>
              <a:ext cx="558732" cy="575710"/>
              <a:chOff x="1028007" y="1706560"/>
              <a:chExt cx="575710" cy="575710"/>
            </a:xfrm>
          </p:grpSpPr>
          <p:cxnSp>
            <p:nvCxnSpPr>
              <p:cNvPr id="10" name="Straight Connector 9">
                <a:extLst>
                  <a:ext uri="{FF2B5EF4-FFF2-40B4-BE49-F238E27FC236}">
                    <a16:creationId xmlns:a16="http://schemas.microsoft.com/office/drawing/2014/main" id="{DE4A7237-B6EB-4FB7-8B68-7C27438D477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>
                <a:cxnSpLocks/>
              </p:cNvCxn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>
                <a:off x="1028007" y="1994415"/>
                <a:ext cx="575710" cy="0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" name="Straight Connector 10">
                <a:extLst>
                  <a:ext uri="{FF2B5EF4-FFF2-40B4-BE49-F238E27FC236}">
                    <a16:creationId xmlns:a16="http://schemas.microsoft.com/office/drawing/2014/main" id="{84E00FDE-0838-4B5B-A782-6B6C92DB0A8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>
                <a:cxnSpLocks/>
              </p:cNvCxn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16200000">
                <a:off x="1028007" y="1994415"/>
                <a:ext cx="575710" cy="0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2BC1B2F3-8E83-4A70-B103-979C67EECED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336389" y="1946248"/>
              <a:ext cx="157434" cy="15743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ACB466DA-A9AB-44EF-8104-8A7275B0EE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24C0170-3916-4625-8190-2E3BF113A1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1540000">
            <a:off x="498637" y="338874"/>
            <a:ext cx="11358741" cy="6043872"/>
          </a:xfrm>
          <a:prstGeom prst="rect">
            <a:avLst/>
          </a:prstGeom>
          <a:solidFill>
            <a:schemeClr val="tx1"/>
          </a:solidFill>
          <a:ln>
            <a:noFill/>
          </a:ln>
          <a:effectLst>
            <a:outerShdw blurRad="50800" dist="254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1FC0C2B9-B2AE-4A67-B314-65D5D3B1EB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1540000">
            <a:off x="-54343" y="434923"/>
            <a:ext cx="11781284" cy="6516581"/>
          </a:xfrm>
          <a:custGeom>
            <a:avLst/>
            <a:gdLst>
              <a:gd name="connsiteX0" fmla="*/ 11742934 w 11781284"/>
              <a:gd name="connsiteY0" fmla="*/ 29999 h 6516581"/>
              <a:gd name="connsiteX1" fmla="*/ 11781284 w 11781284"/>
              <a:gd name="connsiteY1" fmla="*/ 66820 h 6516581"/>
              <a:gd name="connsiteX2" fmla="*/ 11781284 w 11781284"/>
              <a:gd name="connsiteY2" fmla="*/ 2761437 h 6516581"/>
              <a:gd name="connsiteX3" fmla="*/ 11781284 w 11781284"/>
              <a:gd name="connsiteY3" fmla="*/ 3091007 h 6516581"/>
              <a:gd name="connsiteX4" fmla="*/ 11781284 w 11781284"/>
              <a:gd name="connsiteY4" fmla="*/ 5785624 h 6516581"/>
              <a:gd name="connsiteX5" fmla="*/ 11742934 w 11781284"/>
              <a:gd name="connsiteY5" fmla="*/ 5822550 h 6516581"/>
              <a:gd name="connsiteX6" fmla="*/ 11244064 w 11781284"/>
              <a:gd name="connsiteY6" fmla="*/ 5822550 h 6516581"/>
              <a:gd name="connsiteX7" fmla="*/ 11219828 w 11781284"/>
              <a:gd name="connsiteY7" fmla="*/ 6516581 h 6516581"/>
              <a:gd name="connsiteX8" fmla="*/ 0 w 11781284"/>
              <a:gd name="connsiteY8" fmla="*/ 6320738 h 6516581"/>
              <a:gd name="connsiteX9" fmla="*/ 106349 w 11781284"/>
              <a:gd name="connsiteY9" fmla="*/ 227975 h 6516581"/>
              <a:gd name="connsiteX10" fmla="*/ 682679 w 11781284"/>
              <a:gd name="connsiteY10" fmla="*/ 248508 h 6516581"/>
              <a:gd name="connsiteX11" fmla="*/ 682679 w 11781284"/>
              <a:gd name="connsiteY11" fmla="*/ 61294 h 6516581"/>
              <a:gd name="connsiteX12" fmla="*/ 693318 w 11781284"/>
              <a:gd name="connsiteY12" fmla="*/ 36710 h 6516581"/>
              <a:gd name="connsiteX13" fmla="*/ 718532 w 11781284"/>
              <a:gd name="connsiteY13" fmla="*/ 26597 h 6516581"/>
              <a:gd name="connsiteX14" fmla="*/ 718532 w 11781284"/>
              <a:gd name="connsiteY14" fmla="*/ 21840 h 6516581"/>
              <a:gd name="connsiteX15" fmla="*/ 8495053 w 11781284"/>
              <a:gd name="connsiteY15" fmla="*/ 29999 h 6516581"/>
              <a:gd name="connsiteX16" fmla="*/ 8506267 w 11781284"/>
              <a:gd name="connsiteY16" fmla="*/ 27593 h 6516581"/>
              <a:gd name="connsiteX17" fmla="*/ 8564427 w 11781284"/>
              <a:gd name="connsiteY17" fmla="*/ 19736 h 6516581"/>
              <a:gd name="connsiteX18" fmla="*/ 8648916 w 11781284"/>
              <a:gd name="connsiteY18" fmla="*/ 12364 h 6516581"/>
              <a:gd name="connsiteX19" fmla="*/ 8706669 w 11781284"/>
              <a:gd name="connsiteY19" fmla="*/ 4362 h 6516581"/>
              <a:gd name="connsiteX20" fmla="*/ 8737680 w 11781284"/>
              <a:gd name="connsiteY20" fmla="*/ 7468 h 6516581"/>
              <a:gd name="connsiteX21" fmla="*/ 8783620 w 11781284"/>
              <a:gd name="connsiteY21" fmla="*/ 0 h 6516581"/>
              <a:gd name="connsiteX22" fmla="*/ 8827469 w 11781284"/>
              <a:gd name="connsiteY22" fmla="*/ 847 h 6516581"/>
              <a:gd name="connsiteX23" fmla="*/ 8884429 w 11781284"/>
              <a:gd name="connsiteY23" fmla="*/ 6303 h 6516581"/>
              <a:gd name="connsiteX24" fmla="*/ 8943537 w 11781284"/>
              <a:gd name="connsiteY24" fmla="*/ 18957 h 6516581"/>
              <a:gd name="connsiteX25" fmla="*/ 9001349 w 11781284"/>
              <a:gd name="connsiteY25" fmla="*/ 29999 h 6516581"/>
              <a:gd name="connsiteX26" fmla="*/ 9104856 w 11781284"/>
              <a:gd name="connsiteY26" fmla="*/ 29999 h 65165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</a:cxnLst>
            <a:rect l="l" t="t" r="r" b="b"/>
            <a:pathLst>
              <a:path w="11781284" h="6516581">
                <a:moveTo>
                  <a:pt x="11742934" y="29999"/>
                </a:moveTo>
                <a:cubicBezTo>
                  <a:pt x="11764048" y="30053"/>
                  <a:pt x="11781163" y="46490"/>
                  <a:pt x="11781284" y="66820"/>
                </a:cubicBezTo>
                <a:lnTo>
                  <a:pt x="11781284" y="2761437"/>
                </a:lnTo>
                <a:lnTo>
                  <a:pt x="11781284" y="3091007"/>
                </a:lnTo>
                <a:lnTo>
                  <a:pt x="11781284" y="5785624"/>
                </a:lnTo>
                <a:cubicBezTo>
                  <a:pt x="11781230" y="5805995"/>
                  <a:pt x="11764092" y="5822492"/>
                  <a:pt x="11742934" y="5822550"/>
                </a:cubicBezTo>
                <a:lnTo>
                  <a:pt x="11244064" y="5822550"/>
                </a:lnTo>
                <a:lnTo>
                  <a:pt x="11219828" y="6516581"/>
                </a:lnTo>
                <a:lnTo>
                  <a:pt x="0" y="6320738"/>
                </a:lnTo>
                <a:lnTo>
                  <a:pt x="106349" y="227975"/>
                </a:lnTo>
                <a:lnTo>
                  <a:pt x="682679" y="248508"/>
                </a:lnTo>
                <a:lnTo>
                  <a:pt x="682679" y="61294"/>
                </a:lnTo>
                <a:cubicBezTo>
                  <a:pt x="682736" y="51687"/>
                  <a:pt x="686792" y="43001"/>
                  <a:pt x="693318" y="36710"/>
                </a:cubicBezTo>
                <a:lnTo>
                  <a:pt x="718532" y="26597"/>
                </a:lnTo>
                <a:lnTo>
                  <a:pt x="718532" y="21840"/>
                </a:lnTo>
                <a:lnTo>
                  <a:pt x="8495053" y="29999"/>
                </a:lnTo>
                <a:lnTo>
                  <a:pt x="8506267" y="27593"/>
                </a:lnTo>
                <a:lnTo>
                  <a:pt x="8564427" y="19736"/>
                </a:lnTo>
                <a:lnTo>
                  <a:pt x="8648916" y="12364"/>
                </a:lnTo>
                <a:lnTo>
                  <a:pt x="8706669" y="4362"/>
                </a:lnTo>
                <a:cubicBezTo>
                  <a:pt x="8721463" y="3546"/>
                  <a:pt x="8724854" y="8195"/>
                  <a:pt x="8737680" y="7468"/>
                </a:cubicBezTo>
                <a:lnTo>
                  <a:pt x="8783620" y="0"/>
                </a:lnTo>
                <a:lnTo>
                  <a:pt x="8827469" y="847"/>
                </a:lnTo>
                <a:lnTo>
                  <a:pt x="8884429" y="6303"/>
                </a:lnTo>
                <a:cubicBezTo>
                  <a:pt x="8903270" y="10522"/>
                  <a:pt x="8920280" y="27786"/>
                  <a:pt x="8943537" y="18957"/>
                </a:cubicBezTo>
                <a:lnTo>
                  <a:pt x="9001349" y="29999"/>
                </a:lnTo>
                <a:lnTo>
                  <a:pt x="9104856" y="29999"/>
                </a:lnTo>
                <a:close/>
              </a:path>
            </a:pathLst>
          </a:custGeom>
          <a:blipFill>
            <a:blip r:embed="rId2"/>
            <a:tile tx="0" ty="0" sx="100000" sy="100000" flip="none" algn="tl"/>
          </a:blipFill>
          <a:ln w="952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pic>
        <p:nvPicPr>
          <p:cNvPr id="6" name="Picture 1" descr="Arte de pintura al óleo nuboso">
            <a:extLst>
              <a:ext uri="{FF2B5EF4-FFF2-40B4-BE49-F238E27FC236}">
                <a16:creationId xmlns:a16="http://schemas.microsoft.com/office/drawing/2014/main" id="{FE3104A9-1CF2-6255-48C2-8851BC3FFD37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alphaModFix amt="85000"/>
          </a:blip>
          <a:srcRect t="16058" r="-1" b="1274"/>
          <a:stretch/>
        </p:blipFill>
        <p:spPr>
          <a:xfrm>
            <a:off x="20" y="363271"/>
            <a:ext cx="11770134" cy="6494729"/>
          </a:xfrm>
          <a:custGeom>
            <a:avLst/>
            <a:gdLst/>
            <a:ahLst/>
            <a:cxnLst/>
            <a:rect l="l" t="t" r="r" b="b"/>
            <a:pathLst>
              <a:path w="11770154" h="6494729">
                <a:moveTo>
                  <a:pt x="11631357" y="5"/>
                </a:moveTo>
                <a:cubicBezTo>
                  <a:pt x="11652469" y="-309"/>
                  <a:pt x="11669868" y="15827"/>
                  <a:pt x="11670344" y="36151"/>
                </a:cubicBezTo>
                <a:lnTo>
                  <a:pt x="11717372" y="2730358"/>
                </a:lnTo>
                <a:lnTo>
                  <a:pt x="11723123" y="3059878"/>
                </a:lnTo>
                <a:lnTo>
                  <a:pt x="11770151" y="5754084"/>
                </a:lnTo>
                <a:cubicBezTo>
                  <a:pt x="11770452" y="5774453"/>
                  <a:pt x="11753605" y="5791247"/>
                  <a:pt x="11732451" y="5791674"/>
                </a:cubicBezTo>
                <a:lnTo>
                  <a:pt x="11233657" y="5800381"/>
                </a:lnTo>
                <a:lnTo>
                  <a:pt x="11221537" y="6494729"/>
                </a:lnTo>
                <a:lnTo>
                  <a:pt x="1" y="6494729"/>
                </a:lnTo>
                <a:lnTo>
                  <a:pt x="0" y="401038"/>
                </a:lnTo>
                <a:lnTo>
                  <a:pt x="576600" y="411509"/>
                </a:lnTo>
                <a:lnTo>
                  <a:pt x="573333" y="224324"/>
                </a:lnTo>
                <a:cubicBezTo>
                  <a:pt x="573222" y="214717"/>
                  <a:pt x="577126" y="205961"/>
                  <a:pt x="583542" y="199558"/>
                </a:cubicBezTo>
                <a:lnTo>
                  <a:pt x="608575" y="189006"/>
                </a:lnTo>
                <a:lnTo>
                  <a:pt x="608492" y="184250"/>
                </a:lnTo>
                <a:lnTo>
                  <a:pt x="8383971" y="56689"/>
                </a:lnTo>
                <a:lnTo>
                  <a:pt x="8395141" y="54087"/>
                </a:lnTo>
                <a:lnTo>
                  <a:pt x="8453155" y="45216"/>
                </a:lnTo>
                <a:lnTo>
                  <a:pt x="8537503" y="36371"/>
                </a:lnTo>
                <a:lnTo>
                  <a:pt x="8595107" y="27362"/>
                </a:lnTo>
                <a:cubicBezTo>
                  <a:pt x="8609885" y="26288"/>
                  <a:pt x="8613356" y="30877"/>
                  <a:pt x="8626168" y="29927"/>
                </a:cubicBezTo>
                <a:lnTo>
                  <a:pt x="8671970" y="21658"/>
                </a:lnTo>
                <a:lnTo>
                  <a:pt x="8715827" y="21740"/>
                </a:lnTo>
                <a:lnTo>
                  <a:pt x="8772874" y="26201"/>
                </a:lnTo>
                <a:cubicBezTo>
                  <a:pt x="8791786" y="30090"/>
                  <a:pt x="8809094" y="47055"/>
                  <a:pt x="8832194" y="37821"/>
                </a:cubicBezTo>
                <a:lnTo>
                  <a:pt x="8890190" y="47853"/>
                </a:lnTo>
                <a:lnTo>
                  <a:pt x="8993681" y="46046"/>
                </a:lnTo>
                <a:close/>
              </a:path>
            </a:pathLst>
          </a:custGeom>
        </p:spPr>
      </p:pic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D0EDBB28-5451-43FB-A804-8212C38FEB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49467"/>
            <a:ext cx="11462492" cy="6208533"/>
          </a:xfrm>
          <a:custGeom>
            <a:avLst/>
            <a:gdLst>
              <a:gd name="connsiteX0" fmla="*/ 0 w 11462492"/>
              <a:gd name="connsiteY0" fmla="*/ 0 h 6208533"/>
              <a:gd name="connsiteX1" fmla="*/ 11462492 w 11462492"/>
              <a:gd name="connsiteY1" fmla="*/ 200079 h 6208533"/>
              <a:gd name="connsiteX2" fmla="*/ 11357614 w 11462492"/>
              <a:gd name="connsiteY2" fmla="*/ 6208533 h 6208533"/>
              <a:gd name="connsiteX3" fmla="*/ 11221539 w 11462492"/>
              <a:gd name="connsiteY3" fmla="*/ 6208533 h 6208533"/>
              <a:gd name="connsiteX4" fmla="*/ 11266976 w 11462492"/>
              <a:gd name="connsiteY4" fmla="*/ 3605431 h 6208533"/>
              <a:gd name="connsiteX5" fmla="*/ 11273149 w 11462492"/>
              <a:gd name="connsiteY5" fmla="*/ 3251792 h 6208533"/>
              <a:gd name="connsiteX6" fmla="*/ 11323618 w 11462492"/>
              <a:gd name="connsiteY6" fmla="*/ 360391 h 6208533"/>
              <a:gd name="connsiteX7" fmla="*/ 11283157 w 11462492"/>
              <a:gd name="connsiteY7" fmla="*/ 320163 h 6208533"/>
              <a:gd name="connsiteX8" fmla="*/ 9412986 w 11462492"/>
              <a:gd name="connsiteY8" fmla="*/ 287519 h 6208533"/>
              <a:gd name="connsiteX9" fmla="*/ 9352137 w 11462492"/>
              <a:gd name="connsiteY9" fmla="*/ 275336 h 6208533"/>
              <a:gd name="connsiteX10" fmla="*/ 8452422 w 11462492"/>
              <a:gd name="connsiteY10" fmla="*/ 270752 h 6208533"/>
              <a:gd name="connsiteX11" fmla="*/ 8341358 w 11462492"/>
              <a:gd name="connsiteY11" fmla="*/ 268813 h 6208533"/>
              <a:gd name="connsiteX12" fmla="*/ 8279529 w 11462492"/>
              <a:gd name="connsiteY12" fmla="*/ 255882 h 6208533"/>
              <a:gd name="connsiteX13" fmla="*/ 8216342 w 11462492"/>
              <a:gd name="connsiteY13" fmla="*/ 241197 h 6208533"/>
              <a:gd name="connsiteX14" fmla="*/ 8058855 w 11462492"/>
              <a:gd name="connsiteY14" fmla="*/ 239699 h 6208533"/>
              <a:gd name="connsiteX15" fmla="*/ 8025637 w 11462492"/>
              <a:gd name="connsiteY15" fmla="*/ 235784 h 6208533"/>
              <a:gd name="connsiteX16" fmla="*/ 7963516 w 11462492"/>
              <a:gd name="connsiteY16" fmla="*/ 243289 h 6208533"/>
              <a:gd name="connsiteX17" fmla="*/ 7872719 w 11462492"/>
              <a:gd name="connsiteY17" fmla="*/ 249616 h 6208533"/>
              <a:gd name="connsiteX18" fmla="*/ 7810166 w 11462492"/>
              <a:gd name="connsiteY18" fmla="*/ 256959 h 6208533"/>
              <a:gd name="connsiteX19" fmla="*/ 7798086 w 11462492"/>
              <a:gd name="connsiteY19" fmla="*/ 259331 h 6208533"/>
              <a:gd name="connsiteX20" fmla="*/ 7067805 w 11462492"/>
              <a:gd name="connsiteY20" fmla="*/ 242670 h 6208533"/>
              <a:gd name="connsiteX21" fmla="*/ 7027087 w 11462492"/>
              <a:gd name="connsiteY21" fmla="*/ 233557 h 6208533"/>
              <a:gd name="connsiteX22" fmla="*/ 7003225 w 11462492"/>
              <a:gd name="connsiteY22" fmla="*/ 232353 h 6208533"/>
              <a:gd name="connsiteX23" fmla="*/ 6965637 w 11462492"/>
              <a:gd name="connsiteY23" fmla="*/ 231869 h 6208533"/>
              <a:gd name="connsiteX24" fmla="*/ 6881281 w 11462492"/>
              <a:gd name="connsiteY24" fmla="*/ 239816 h 6208533"/>
              <a:gd name="connsiteX25" fmla="*/ 1 w 11462492"/>
              <a:gd name="connsiteY25" fmla="*/ 114842 h 6208533"/>
              <a:gd name="connsiteX26" fmla="*/ 1 w 11462492"/>
              <a:gd name="connsiteY26" fmla="*/ 6208533 h 6208533"/>
              <a:gd name="connsiteX27" fmla="*/ 0 w 11462492"/>
              <a:gd name="connsiteY27" fmla="*/ 6208533 h 62085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11462492" h="6208533">
                <a:moveTo>
                  <a:pt x="0" y="0"/>
                </a:moveTo>
                <a:lnTo>
                  <a:pt x="11462492" y="200079"/>
                </a:lnTo>
                <a:lnTo>
                  <a:pt x="11357614" y="6208533"/>
                </a:lnTo>
                <a:lnTo>
                  <a:pt x="11221539" y="6208533"/>
                </a:lnTo>
                <a:lnTo>
                  <a:pt x="11266976" y="3605431"/>
                </a:lnTo>
                <a:lnTo>
                  <a:pt x="11273149" y="3251792"/>
                </a:lnTo>
                <a:lnTo>
                  <a:pt x="11323618" y="360391"/>
                </a:lnTo>
                <a:cubicBezTo>
                  <a:pt x="11323870" y="338573"/>
                  <a:pt x="11305811" y="320615"/>
                  <a:pt x="11283157" y="320163"/>
                </a:cubicBezTo>
                <a:lnTo>
                  <a:pt x="9412986" y="287519"/>
                </a:lnTo>
                <a:lnTo>
                  <a:pt x="9352137" y="275336"/>
                </a:lnTo>
                <a:lnTo>
                  <a:pt x="8452422" y="270752"/>
                </a:lnTo>
                <a:lnTo>
                  <a:pt x="8341358" y="268813"/>
                </a:lnTo>
                <a:lnTo>
                  <a:pt x="8279529" y="255882"/>
                </a:lnTo>
                <a:cubicBezTo>
                  <a:pt x="8254409" y="264920"/>
                  <a:pt x="8236480" y="246076"/>
                  <a:pt x="8216342" y="241197"/>
                </a:cubicBezTo>
                <a:lnTo>
                  <a:pt x="8058855" y="239699"/>
                </a:lnTo>
                <a:cubicBezTo>
                  <a:pt x="8045079" y="240238"/>
                  <a:pt x="8041527" y="235186"/>
                  <a:pt x="8025637" y="235784"/>
                </a:cubicBezTo>
                <a:lnTo>
                  <a:pt x="7963516" y="243289"/>
                </a:lnTo>
                <a:lnTo>
                  <a:pt x="7872719" y="249616"/>
                </a:lnTo>
                <a:lnTo>
                  <a:pt x="7810166" y="256959"/>
                </a:lnTo>
                <a:lnTo>
                  <a:pt x="7798086" y="259331"/>
                </a:lnTo>
                <a:cubicBezTo>
                  <a:pt x="7668901" y="256950"/>
                  <a:pt x="7196305" y="246965"/>
                  <a:pt x="7067805" y="242670"/>
                </a:cubicBezTo>
                <a:lnTo>
                  <a:pt x="7027087" y="233557"/>
                </a:lnTo>
                <a:lnTo>
                  <a:pt x="7003225" y="232353"/>
                </a:lnTo>
                <a:cubicBezTo>
                  <a:pt x="7001468" y="233009"/>
                  <a:pt x="6967058" y="231835"/>
                  <a:pt x="6965637" y="231869"/>
                </a:cubicBezTo>
                <a:lnTo>
                  <a:pt x="6881281" y="239816"/>
                </a:lnTo>
                <a:lnTo>
                  <a:pt x="1" y="114842"/>
                </a:lnTo>
                <a:lnTo>
                  <a:pt x="1" y="6208533"/>
                </a:lnTo>
                <a:lnTo>
                  <a:pt x="0" y="6208533"/>
                </a:lnTo>
                <a:close/>
              </a:path>
            </a:pathLst>
          </a:cu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88759FB5-02B1-497A-BDDC-CBDB620FE4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7854245">
            <a:off x="11290307" y="-193541"/>
            <a:ext cx="444795" cy="1570489"/>
          </a:xfrm>
          <a:custGeom>
            <a:avLst/>
            <a:gdLst>
              <a:gd name="connsiteX0" fmla="*/ 444795 w 444795"/>
              <a:gd name="connsiteY0" fmla="*/ 0 h 1570489"/>
              <a:gd name="connsiteX1" fmla="*/ 444795 w 444795"/>
              <a:gd name="connsiteY1" fmla="*/ 1431629 h 1570489"/>
              <a:gd name="connsiteX2" fmla="*/ 178850 w 444795"/>
              <a:gd name="connsiteY2" fmla="*/ 1570489 h 1570489"/>
              <a:gd name="connsiteX3" fmla="*/ 178440 w 444795"/>
              <a:gd name="connsiteY3" fmla="*/ 1568924 h 1570489"/>
              <a:gd name="connsiteX4" fmla="*/ 161935 w 444795"/>
              <a:gd name="connsiteY4" fmla="*/ 1564235 h 1570489"/>
              <a:gd name="connsiteX5" fmla="*/ 158071 w 444795"/>
              <a:gd name="connsiteY5" fmla="*/ 1560758 h 1570489"/>
              <a:gd name="connsiteX6" fmla="*/ 135376 w 444795"/>
              <a:gd name="connsiteY6" fmla="*/ 1543060 h 1570489"/>
              <a:gd name="connsiteX7" fmla="*/ 73928 w 444795"/>
              <a:gd name="connsiteY7" fmla="*/ 1560631 h 1570489"/>
              <a:gd name="connsiteX8" fmla="*/ 9019 w 444795"/>
              <a:gd name="connsiteY8" fmla="*/ 1536706 h 1570489"/>
              <a:gd name="connsiteX9" fmla="*/ 0 w 444795"/>
              <a:gd name="connsiteY9" fmla="*/ 1535074 h 1570489"/>
              <a:gd name="connsiteX10" fmla="*/ 0 w 444795"/>
              <a:gd name="connsiteY10" fmla="*/ 67986 h 1570489"/>
              <a:gd name="connsiteX11" fmla="*/ 39454 w 444795"/>
              <a:gd name="connsiteY11" fmla="*/ 57721 h 1570489"/>
              <a:gd name="connsiteX12" fmla="*/ 139617 w 444795"/>
              <a:gd name="connsiteY12" fmla="*/ 36655 h 1570489"/>
              <a:gd name="connsiteX13" fmla="*/ 193778 w 444795"/>
              <a:gd name="connsiteY13" fmla="*/ 44372 h 1570489"/>
              <a:gd name="connsiteX14" fmla="*/ 261389 w 444795"/>
              <a:gd name="connsiteY14" fmla="*/ 31962 h 1570489"/>
              <a:gd name="connsiteX15" fmla="*/ 274876 w 444795"/>
              <a:gd name="connsiteY15" fmla="*/ 32819 h 1570489"/>
              <a:gd name="connsiteX16" fmla="*/ 280032 w 444795"/>
              <a:gd name="connsiteY16" fmla="*/ 42429 h 1570489"/>
              <a:gd name="connsiteX17" fmla="*/ 284781 w 444795"/>
              <a:gd name="connsiteY17" fmla="*/ 44216 h 1570489"/>
              <a:gd name="connsiteX18" fmla="*/ 300007 w 444795"/>
              <a:gd name="connsiteY18" fmla="*/ 32158 h 1570489"/>
              <a:gd name="connsiteX19" fmla="*/ 376000 w 444795"/>
              <a:gd name="connsiteY19" fmla="*/ 39272 h 1570489"/>
              <a:gd name="connsiteX20" fmla="*/ 417583 w 444795"/>
              <a:gd name="connsiteY20" fmla="*/ 8436 h 15704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444795" h="1570489">
                <a:moveTo>
                  <a:pt x="444795" y="0"/>
                </a:moveTo>
                <a:lnTo>
                  <a:pt x="444795" y="1431629"/>
                </a:lnTo>
                <a:lnTo>
                  <a:pt x="178850" y="1570489"/>
                </a:lnTo>
                <a:lnTo>
                  <a:pt x="178440" y="1568924"/>
                </a:lnTo>
                <a:lnTo>
                  <a:pt x="161935" y="1564235"/>
                </a:lnTo>
                <a:lnTo>
                  <a:pt x="158071" y="1560758"/>
                </a:lnTo>
                <a:cubicBezTo>
                  <a:pt x="150700" y="1554075"/>
                  <a:pt x="143295" y="1547807"/>
                  <a:pt x="135376" y="1543060"/>
                </a:cubicBezTo>
                <a:cubicBezTo>
                  <a:pt x="126905" y="1595962"/>
                  <a:pt x="66600" y="1511412"/>
                  <a:pt x="73928" y="1560631"/>
                </a:cubicBezTo>
                <a:cubicBezTo>
                  <a:pt x="28933" y="1543756"/>
                  <a:pt x="47711" y="1595032"/>
                  <a:pt x="9019" y="1536706"/>
                </a:cubicBezTo>
                <a:lnTo>
                  <a:pt x="0" y="1535074"/>
                </a:lnTo>
                <a:lnTo>
                  <a:pt x="0" y="67986"/>
                </a:lnTo>
                <a:lnTo>
                  <a:pt x="39454" y="57721"/>
                </a:lnTo>
                <a:cubicBezTo>
                  <a:pt x="73377" y="51212"/>
                  <a:pt x="108602" y="47235"/>
                  <a:pt x="139617" y="36655"/>
                </a:cubicBezTo>
                <a:cubicBezTo>
                  <a:pt x="180799" y="76209"/>
                  <a:pt x="156173" y="38789"/>
                  <a:pt x="193778" y="44372"/>
                </a:cubicBezTo>
                <a:lnTo>
                  <a:pt x="261389" y="31962"/>
                </a:lnTo>
                <a:lnTo>
                  <a:pt x="274876" y="32819"/>
                </a:lnTo>
                <a:lnTo>
                  <a:pt x="280032" y="42429"/>
                </a:lnTo>
                <a:lnTo>
                  <a:pt x="284781" y="44216"/>
                </a:lnTo>
                <a:lnTo>
                  <a:pt x="300007" y="32158"/>
                </a:lnTo>
                <a:cubicBezTo>
                  <a:pt x="322467" y="25663"/>
                  <a:pt x="353078" y="40892"/>
                  <a:pt x="376000" y="39272"/>
                </a:cubicBezTo>
                <a:cubicBezTo>
                  <a:pt x="382977" y="23995"/>
                  <a:pt x="397501" y="15607"/>
                  <a:pt x="417583" y="8436"/>
                </a:cubicBezTo>
                <a:close/>
              </a:path>
            </a:pathLst>
          </a:custGeom>
          <a:blipFill dpi="0" rotWithShape="1">
            <a:blip r:embed="rId4">
              <a:alphaModFix amt="84000"/>
            </a:blip>
            <a:srcRect/>
            <a:tile tx="0" ty="0" sx="100000" sy="100000" flip="none" algn="tl"/>
          </a:blipFill>
          <a:ln>
            <a:noFill/>
          </a:ln>
          <a:effectLst>
            <a:outerShdw blurRad="63500" dist="12700" dir="8100000" algn="tr" rotWithShape="0">
              <a:prstClr val="black">
                <a:alpha val="32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83F1F4AA-08A3-4839-9435-CD3654E72B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74436" y="6388259"/>
            <a:ext cx="358083" cy="368964"/>
            <a:chOff x="4135740" y="1795926"/>
            <a:chExt cx="558732" cy="575710"/>
          </a:xfrm>
        </p:grpSpPr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0118FC23-1DB0-460E-A020-F5B4AA9BD49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4135740" y="1795926"/>
              <a:ext cx="558732" cy="575710"/>
              <a:chOff x="1028007" y="1706560"/>
              <a:chExt cx="575710" cy="575710"/>
            </a:xfrm>
          </p:grpSpPr>
          <p:cxnSp>
            <p:nvCxnSpPr>
              <p:cNvPr id="26" name="Straight Connector 25">
                <a:extLst>
                  <a:ext uri="{FF2B5EF4-FFF2-40B4-BE49-F238E27FC236}">
                    <a16:creationId xmlns:a16="http://schemas.microsoft.com/office/drawing/2014/main" id="{D031F938-0A57-4684-9695-AC64E1F2D0F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>
                <a:cxnSpLocks/>
              </p:cNvCxn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>
                <a:off x="1028007" y="1994415"/>
                <a:ext cx="575710" cy="0"/>
              </a:xfrm>
              <a:prstGeom prst="line">
                <a:avLst/>
              </a:prstGeom>
              <a:ln w="9525">
                <a:solidFill>
                  <a:srgbClr val="FFFFFF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Straight Connector 26">
                <a:extLst>
                  <a:ext uri="{FF2B5EF4-FFF2-40B4-BE49-F238E27FC236}">
                    <a16:creationId xmlns:a16="http://schemas.microsoft.com/office/drawing/2014/main" id="{89DC79AD-B2F7-4E3E-A720-7E2F23899EC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>
                <a:cxnSpLocks/>
              </p:cNvCxn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16200000">
                <a:off x="1028007" y="1994415"/>
                <a:ext cx="575710" cy="0"/>
              </a:xfrm>
              <a:prstGeom prst="line">
                <a:avLst/>
              </a:prstGeom>
              <a:ln w="9525">
                <a:solidFill>
                  <a:srgbClr val="FFFFFF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297CEF30-36B1-4E7F-A720-142F0B8CB1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336389" y="1946248"/>
              <a:ext cx="157434" cy="157434"/>
            </a:xfrm>
            <a:prstGeom prst="ellipse">
              <a:avLst/>
            </a:prstGeom>
            <a:noFill/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12" name="Imagen 11">
            <a:extLst>
              <a:ext uri="{FF2B5EF4-FFF2-40B4-BE49-F238E27FC236}">
                <a16:creationId xmlns:a16="http://schemas.microsoft.com/office/drawing/2014/main" id="{308F388D-9C5B-952A-E872-C9FF034E281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1088" y="1143657"/>
            <a:ext cx="5357324" cy="5220152"/>
          </a:xfrm>
          <a:prstGeom prst="rect">
            <a:avLst/>
          </a:prstGeom>
        </p:spPr>
      </p:pic>
      <p:pic>
        <p:nvPicPr>
          <p:cNvPr id="16" name="Imagen 15">
            <a:extLst>
              <a:ext uri="{FF2B5EF4-FFF2-40B4-BE49-F238E27FC236}">
                <a16:creationId xmlns:a16="http://schemas.microsoft.com/office/drawing/2014/main" id="{041BDB00-E401-DA24-62C2-507A0AAD7CB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08754" y="1361390"/>
            <a:ext cx="4793395" cy="4610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53924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23F5135F-115E-423C-BE4A-B56C35DC9F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74436" y="6388259"/>
            <a:ext cx="358083" cy="368964"/>
            <a:chOff x="4135740" y="1795926"/>
            <a:chExt cx="558732" cy="575710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82C1E318-0F1F-4920-8C7D-FBAC66631B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4135740" y="1795926"/>
              <a:ext cx="558732" cy="575710"/>
              <a:chOff x="1028007" y="1706560"/>
              <a:chExt cx="575710" cy="575710"/>
            </a:xfrm>
          </p:grpSpPr>
          <p:cxnSp>
            <p:nvCxnSpPr>
              <p:cNvPr id="10" name="Straight Connector 9">
                <a:extLst>
                  <a:ext uri="{FF2B5EF4-FFF2-40B4-BE49-F238E27FC236}">
                    <a16:creationId xmlns:a16="http://schemas.microsoft.com/office/drawing/2014/main" id="{DE4A7237-B6EB-4FB7-8B68-7C27438D477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>
                <a:cxnSpLocks/>
              </p:cNvCxn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>
                <a:off x="1028007" y="1994415"/>
                <a:ext cx="575710" cy="0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" name="Straight Connector 10">
                <a:extLst>
                  <a:ext uri="{FF2B5EF4-FFF2-40B4-BE49-F238E27FC236}">
                    <a16:creationId xmlns:a16="http://schemas.microsoft.com/office/drawing/2014/main" id="{84E00FDE-0838-4B5B-A782-6B6C92DB0A8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>
                <a:cxnSpLocks/>
              </p:cNvCxn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16200000">
                <a:off x="1028007" y="1994415"/>
                <a:ext cx="575710" cy="0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2BC1B2F3-8E83-4A70-B103-979C67EECED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336389" y="1946248"/>
              <a:ext cx="157434" cy="15743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ACB466DA-A9AB-44EF-8104-8A7275B0EE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24C0170-3916-4625-8190-2E3BF113A1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1540000">
            <a:off x="498637" y="338874"/>
            <a:ext cx="11358741" cy="6043872"/>
          </a:xfrm>
          <a:prstGeom prst="rect">
            <a:avLst/>
          </a:prstGeom>
          <a:solidFill>
            <a:schemeClr val="tx1"/>
          </a:solidFill>
          <a:ln>
            <a:noFill/>
          </a:ln>
          <a:effectLst>
            <a:outerShdw blurRad="50800" dist="254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1FC0C2B9-B2AE-4A67-B314-65D5D3B1EB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1540000">
            <a:off x="-54343" y="434923"/>
            <a:ext cx="11781284" cy="6516581"/>
          </a:xfrm>
          <a:custGeom>
            <a:avLst/>
            <a:gdLst>
              <a:gd name="connsiteX0" fmla="*/ 11742934 w 11781284"/>
              <a:gd name="connsiteY0" fmla="*/ 29999 h 6516581"/>
              <a:gd name="connsiteX1" fmla="*/ 11781284 w 11781284"/>
              <a:gd name="connsiteY1" fmla="*/ 66820 h 6516581"/>
              <a:gd name="connsiteX2" fmla="*/ 11781284 w 11781284"/>
              <a:gd name="connsiteY2" fmla="*/ 2761437 h 6516581"/>
              <a:gd name="connsiteX3" fmla="*/ 11781284 w 11781284"/>
              <a:gd name="connsiteY3" fmla="*/ 3091007 h 6516581"/>
              <a:gd name="connsiteX4" fmla="*/ 11781284 w 11781284"/>
              <a:gd name="connsiteY4" fmla="*/ 5785624 h 6516581"/>
              <a:gd name="connsiteX5" fmla="*/ 11742934 w 11781284"/>
              <a:gd name="connsiteY5" fmla="*/ 5822550 h 6516581"/>
              <a:gd name="connsiteX6" fmla="*/ 11244064 w 11781284"/>
              <a:gd name="connsiteY6" fmla="*/ 5822550 h 6516581"/>
              <a:gd name="connsiteX7" fmla="*/ 11219828 w 11781284"/>
              <a:gd name="connsiteY7" fmla="*/ 6516581 h 6516581"/>
              <a:gd name="connsiteX8" fmla="*/ 0 w 11781284"/>
              <a:gd name="connsiteY8" fmla="*/ 6320738 h 6516581"/>
              <a:gd name="connsiteX9" fmla="*/ 106349 w 11781284"/>
              <a:gd name="connsiteY9" fmla="*/ 227975 h 6516581"/>
              <a:gd name="connsiteX10" fmla="*/ 682679 w 11781284"/>
              <a:gd name="connsiteY10" fmla="*/ 248508 h 6516581"/>
              <a:gd name="connsiteX11" fmla="*/ 682679 w 11781284"/>
              <a:gd name="connsiteY11" fmla="*/ 61294 h 6516581"/>
              <a:gd name="connsiteX12" fmla="*/ 693318 w 11781284"/>
              <a:gd name="connsiteY12" fmla="*/ 36710 h 6516581"/>
              <a:gd name="connsiteX13" fmla="*/ 718532 w 11781284"/>
              <a:gd name="connsiteY13" fmla="*/ 26597 h 6516581"/>
              <a:gd name="connsiteX14" fmla="*/ 718532 w 11781284"/>
              <a:gd name="connsiteY14" fmla="*/ 21840 h 6516581"/>
              <a:gd name="connsiteX15" fmla="*/ 8495053 w 11781284"/>
              <a:gd name="connsiteY15" fmla="*/ 29999 h 6516581"/>
              <a:gd name="connsiteX16" fmla="*/ 8506267 w 11781284"/>
              <a:gd name="connsiteY16" fmla="*/ 27593 h 6516581"/>
              <a:gd name="connsiteX17" fmla="*/ 8564427 w 11781284"/>
              <a:gd name="connsiteY17" fmla="*/ 19736 h 6516581"/>
              <a:gd name="connsiteX18" fmla="*/ 8648916 w 11781284"/>
              <a:gd name="connsiteY18" fmla="*/ 12364 h 6516581"/>
              <a:gd name="connsiteX19" fmla="*/ 8706669 w 11781284"/>
              <a:gd name="connsiteY19" fmla="*/ 4362 h 6516581"/>
              <a:gd name="connsiteX20" fmla="*/ 8737680 w 11781284"/>
              <a:gd name="connsiteY20" fmla="*/ 7468 h 6516581"/>
              <a:gd name="connsiteX21" fmla="*/ 8783620 w 11781284"/>
              <a:gd name="connsiteY21" fmla="*/ 0 h 6516581"/>
              <a:gd name="connsiteX22" fmla="*/ 8827469 w 11781284"/>
              <a:gd name="connsiteY22" fmla="*/ 847 h 6516581"/>
              <a:gd name="connsiteX23" fmla="*/ 8884429 w 11781284"/>
              <a:gd name="connsiteY23" fmla="*/ 6303 h 6516581"/>
              <a:gd name="connsiteX24" fmla="*/ 8943537 w 11781284"/>
              <a:gd name="connsiteY24" fmla="*/ 18957 h 6516581"/>
              <a:gd name="connsiteX25" fmla="*/ 9001349 w 11781284"/>
              <a:gd name="connsiteY25" fmla="*/ 29999 h 6516581"/>
              <a:gd name="connsiteX26" fmla="*/ 9104856 w 11781284"/>
              <a:gd name="connsiteY26" fmla="*/ 29999 h 65165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</a:cxnLst>
            <a:rect l="l" t="t" r="r" b="b"/>
            <a:pathLst>
              <a:path w="11781284" h="6516581">
                <a:moveTo>
                  <a:pt x="11742934" y="29999"/>
                </a:moveTo>
                <a:cubicBezTo>
                  <a:pt x="11764048" y="30053"/>
                  <a:pt x="11781163" y="46490"/>
                  <a:pt x="11781284" y="66820"/>
                </a:cubicBezTo>
                <a:lnTo>
                  <a:pt x="11781284" y="2761437"/>
                </a:lnTo>
                <a:lnTo>
                  <a:pt x="11781284" y="3091007"/>
                </a:lnTo>
                <a:lnTo>
                  <a:pt x="11781284" y="5785624"/>
                </a:lnTo>
                <a:cubicBezTo>
                  <a:pt x="11781230" y="5805995"/>
                  <a:pt x="11764092" y="5822492"/>
                  <a:pt x="11742934" y="5822550"/>
                </a:cubicBezTo>
                <a:lnTo>
                  <a:pt x="11244064" y="5822550"/>
                </a:lnTo>
                <a:lnTo>
                  <a:pt x="11219828" y="6516581"/>
                </a:lnTo>
                <a:lnTo>
                  <a:pt x="0" y="6320738"/>
                </a:lnTo>
                <a:lnTo>
                  <a:pt x="106349" y="227975"/>
                </a:lnTo>
                <a:lnTo>
                  <a:pt x="682679" y="248508"/>
                </a:lnTo>
                <a:lnTo>
                  <a:pt x="682679" y="61294"/>
                </a:lnTo>
                <a:cubicBezTo>
                  <a:pt x="682736" y="51687"/>
                  <a:pt x="686792" y="43001"/>
                  <a:pt x="693318" y="36710"/>
                </a:cubicBezTo>
                <a:lnTo>
                  <a:pt x="718532" y="26597"/>
                </a:lnTo>
                <a:lnTo>
                  <a:pt x="718532" y="21840"/>
                </a:lnTo>
                <a:lnTo>
                  <a:pt x="8495053" y="29999"/>
                </a:lnTo>
                <a:lnTo>
                  <a:pt x="8506267" y="27593"/>
                </a:lnTo>
                <a:lnTo>
                  <a:pt x="8564427" y="19736"/>
                </a:lnTo>
                <a:lnTo>
                  <a:pt x="8648916" y="12364"/>
                </a:lnTo>
                <a:lnTo>
                  <a:pt x="8706669" y="4362"/>
                </a:lnTo>
                <a:cubicBezTo>
                  <a:pt x="8721463" y="3546"/>
                  <a:pt x="8724854" y="8195"/>
                  <a:pt x="8737680" y="7468"/>
                </a:cubicBezTo>
                <a:lnTo>
                  <a:pt x="8783620" y="0"/>
                </a:lnTo>
                <a:lnTo>
                  <a:pt x="8827469" y="847"/>
                </a:lnTo>
                <a:lnTo>
                  <a:pt x="8884429" y="6303"/>
                </a:lnTo>
                <a:cubicBezTo>
                  <a:pt x="8903270" y="10522"/>
                  <a:pt x="8920280" y="27786"/>
                  <a:pt x="8943537" y="18957"/>
                </a:cubicBezTo>
                <a:lnTo>
                  <a:pt x="9001349" y="29999"/>
                </a:lnTo>
                <a:lnTo>
                  <a:pt x="9104856" y="29999"/>
                </a:lnTo>
                <a:close/>
              </a:path>
            </a:pathLst>
          </a:custGeom>
          <a:blipFill>
            <a:blip r:embed="rId2"/>
            <a:tile tx="0" ty="0" sx="100000" sy="100000" flip="none" algn="tl"/>
          </a:blipFill>
          <a:ln w="952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pic>
        <p:nvPicPr>
          <p:cNvPr id="6" name="Picture 1" descr="Arte de pintura al óleo nuboso">
            <a:extLst>
              <a:ext uri="{FF2B5EF4-FFF2-40B4-BE49-F238E27FC236}">
                <a16:creationId xmlns:a16="http://schemas.microsoft.com/office/drawing/2014/main" id="{FE3104A9-1CF2-6255-48C2-8851BC3FFD37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alphaModFix amt="85000"/>
          </a:blip>
          <a:srcRect t="16058" r="-1" b="1274"/>
          <a:stretch/>
        </p:blipFill>
        <p:spPr>
          <a:xfrm>
            <a:off x="20" y="363271"/>
            <a:ext cx="11770134" cy="6494729"/>
          </a:xfrm>
          <a:custGeom>
            <a:avLst/>
            <a:gdLst/>
            <a:ahLst/>
            <a:cxnLst/>
            <a:rect l="l" t="t" r="r" b="b"/>
            <a:pathLst>
              <a:path w="11770154" h="6494729">
                <a:moveTo>
                  <a:pt x="11631357" y="5"/>
                </a:moveTo>
                <a:cubicBezTo>
                  <a:pt x="11652469" y="-309"/>
                  <a:pt x="11669868" y="15827"/>
                  <a:pt x="11670344" y="36151"/>
                </a:cubicBezTo>
                <a:lnTo>
                  <a:pt x="11717372" y="2730358"/>
                </a:lnTo>
                <a:lnTo>
                  <a:pt x="11723123" y="3059878"/>
                </a:lnTo>
                <a:lnTo>
                  <a:pt x="11770151" y="5754084"/>
                </a:lnTo>
                <a:cubicBezTo>
                  <a:pt x="11770452" y="5774453"/>
                  <a:pt x="11753605" y="5791247"/>
                  <a:pt x="11732451" y="5791674"/>
                </a:cubicBezTo>
                <a:lnTo>
                  <a:pt x="11233657" y="5800381"/>
                </a:lnTo>
                <a:lnTo>
                  <a:pt x="11221537" y="6494729"/>
                </a:lnTo>
                <a:lnTo>
                  <a:pt x="1" y="6494729"/>
                </a:lnTo>
                <a:lnTo>
                  <a:pt x="0" y="401038"/>
                </a:lnTo>
                <a:lnTo>
                  <a:pt x="576600" y="411509"/>
                </a:lnTo>
                <a:lnTo>
                  <a:pt x="573333" y="224324"/>
                </a:lnTo>
                <a:cubicBezTo>
                  <a:pt x="573222" y="214717"/>
                  <a:pt x="577126" y="205961"/>
                  <a:pt x="583542" y="199558"/>
                </a:cubicBezTo>
                <a:lnTo>
                  <a:pt x="608575" y="189006"/>
                </a:lnTo>
                <a:lnTo>
                  <a:pt x="608492" y="184250"/>
                </a:lnTo>
                <a:lnTo>
                  <a:pt x="8383971" y="56689"/>
                </a:lnTo>
                <a:lnTo>
                  <a:pt x="8395141" y="54087"/>
                </a:lnTo>
                <a:lnTo>
                  <a:pt x="8453155" y="45216"/>
                </a:lnTo>
                <a:lnTo>
                  <a:pt x="8537503" y="36371"/>
                </a:lnTo>
                <a:lnTo>
                  <a:pt x="8595107" y="27362"/>
                </a:lnTo>
                <a:cubicBezTo>
                  <a:pt x="8609885" y="26288"/>
                  <a:pt x="8613356" y="30877"/>
                  <a:pt x="8626168" y="29927"/>
                </a:cubicBezTo>
                <a:lnTo>
                  <a:pt x="8671970" y="21658"/>
                </a:lnTo>
                <a:lnTo>
                  <a:pt x="8715827" y="21740"/>
                </a:lnTo>
                <a:lnTo>
                  <a:pt x="8772874" y="26201"/>
                </a:lnTo>
                <a:cubicBezTo>
                  <a:pt x="8791786" y="30090"/>
                  <a:pt x="8809094" y="47055"/>
                  <a:pt x="8832194" y="37821"/>
                </a:cubicBezTo>
                <a:lnTo>
                  <a:pt x="8890190" y="47853"/>
                </a:lnTo>
                <a:lnTo>
                  <a:pt x="8993681" y="46046"/>
                </a:lnTo>
                <a:close/>
              </a:path>
            </a:pathLst>
          </a:custGeom>
        </p:spPr>
      </p:pic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D0EDBB28-5451-43FB-A804-8212C38FEB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49467"/>
            <a:ext cx="11462492" cy="6208533"/>
          </a:xfrm>
          <a:custGeom>
            <a:avLst/>
            <a:gdLst>
              <a:gd name="connsiteX0" fmla="*/ 0 w 11462492"/>
              <a:gd name="connsiteY0" fmla="*/ 0 h 6208533"/>
              <a:gd name="connsiteX1" fmla="*/ 11462492 w 11462492"/>
              <a:gd name="connsiteY1" fmla="*/ 200079 h 6208533"/>
              <a:gd name="connsiteX2" fmla="*/ 11357614 w 11462492"/>
              <a:gd name="connsiteY2" fmla="*/ 6208533 h 6208533"/>
              <a:gd name="connsiteX3" fmla="*/ 11221539 w 11462492"/>
              <a:gd name="connsiteY3" fmla="*/ 6208533 h 6208533"/>
              <a:gd name="connsiteX4" fmla="*/ 11266976 w 11462492"/>
              <a:gd name="connsiteY4" fmla="*/ 3605431 h 6208533"/>
              <a:gd name="connsiteX5" fmla="*/ 11273149 w 11462492"/>
              <a:gd name="connsiteY5" fmla="*/ 3251792 h 6208533"/>
              <a:gd name="connsiteX6" fmla="*/ 11323618 w 11462492"/>
              <a:gd name="connsiteY6" fmla="*/ 360391 h 6208533"/>
              <a:gd name="connsiteX7" fmla="*/ 11283157 w 11462492"/>
              <a:gd name="connsiteY7" fmla="*/ 320163 h 6208533"/>
              <a:gd name="connsiteX8" fmla="*/ 9412986 w 11462492"/>
              <a:gd name="connsiteY8" fmla="*/ 287519 h 6208533"/>
              <a:gd name="connsiteX9" fmla="*/ 9352137 w 11462492"/>
              <a:gd name="connsiteY9" fmla="*/ 275336 h 6208533"/>
              <a:gd name="connsiteX10" fmla="*/ 8452422 w 11462492"/>
              <a:gd name="connsiteY10" fmla="*/ 270752 h 6208533"/>
              <a:gd name="connsiteX11" fmla="*/ 8341358 w 11462492"/>
              <a:gd name="connsiteY11" fmla="*/ 268813 h 6208533"/>
              <a:gd name="connsiteX12" fmla="*/ 8279529 w 11462492"/>
              <a:gd name="connsiteY12" fmla="*/ 255882 h 6208533"/>
              <a:gd name="connsiteX13" fmla="*/ 8216342 w 11462492"/>
              <a:gd name="connsiteY13" fmla="*/ 241197 h 6208533"/>
              <a:gd name="connsiteX14" fmla="*/ 8058855 w 11462492"/>
              <a:gd name="connsiteY14" fmla="*/ 239699 h 6208533"/>
              <a:gd name="connsiteX15" fmla="*/ 8025637 w 11462492"/>
              <a:gd name="connsiteY15" fmla="*/ 235784 h 6208533"/>
              <a:gd name="connsiteX16" fmla="*/ 7963516 w 11462492"/>
              <a:gd name="connsiteY16" fmla="*/ 243289 h 6208533"/>
              <a:gd name="connsiteX17" fmla="*/ 7872719 w 11462492"/>
              <a:gd name="connsiteY17" fmla="*/ 249616 h 6208533"/>
              <a:gd name="connsiteX18" fmla="*/ 7810166 w 11462492"/>
              <a:gd name="connsiteY18" fmla="*/ 256959 h 6208533"/>
              <a:gd name="connsiteX19" fmla="*/ 7798086 w 11462492"/>
              <a:gd name="connsiteY19" fmla="*/ 259331 h 6208533"/>
              <a:gd name="connsiteX20" fmla="*/ 7067805 w 11462492"/>
              <a:gd name="connsiteY20" fmla="*/ 242670 h 6208533"/>
              <a:gd name="connsiteX21" fmla="*/ 7027087 w 11462492"/>
              <a:gd name="connsiteY21" fmla="*/ 233557 h 6208533"/>
              <a:gd name="connsiteX22" fmla="*/ 7003225 w 11462492"/>
              <a:gd name="connsiteY22" fmla="*/ 232353 h 6208533"/>
              <a:gd name="connsiteX23" fmla="*/ 6965637 w 11462492"/>
              <a:gd name="connsiteY23" fmla="*/ 231869 h 6208533"/>
              <a:gd name="connsiteX24" fmla="*/ 6881281 w 11462492"/>
              <a:gd name="connsiteY24" fmla="*/ 239816 h 6208533"/>
              <a:gd name="connsiteX25" fmla="*/ 1 w 11462492"/>
              <a:gd name="connsiteY25" fmla="*/ 114842 h 6208533"/>
              <a:gd name="connsiteX26" fmla="*/ 1 w 11462492"/>
              <a:gd name="connsiteY26" fmla="*/ 6208533 h 6208533"/>
              <a:gd name="connsiteX27" fmla="*/ 0 w 11462492"/>
              <a:gd name="connsiteY27" fmla="*/ 6208533 h 62085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11462492" h="6208533">
                <a:moveTo>
                  <a:pt x="0" y="0"/>
                </a:moveTo>
                <a:lnTo>
                  <a:pt x="11462492" y="200079"/>
                </a:lnTo>
                <a:lnTo>
                  <a:pt x="11357614" y="6208533"/>
                </a:lnTo>
                <a:lnTo>
                  <a:pt x="11221539" y="6208533"/>
                </a:lnTo>
                <a:lnTo>
                  <a:pt x="11266976" y="3605431"/>
                </a:lnTo>
                <a:lnTo>
                  <a:pt x="11273149" y="3251792"/>
                </a:lnTo>
                <a:lnTo>
                  <a:pt x="11323618" y="360391"/>
                </a:lnTo>
                <a:cubicBezTo>
                  <a:pt x="11323870" y="338573"/>
                  <a:pt x="11305811" y="320615"/>
                  <a:pt x="11283157" y="320163"/>
                </a:cubicBezTo>
                <a:lnTo>
                  <a:pt x="9412986" y="287519"/>
                </a:lnTo>
                <a:lnTo>
                  <a:pt x="9352137" y="275336"/>
                </a:lnTo>
                <a:lnTo>
                  <a:pt x="8452422" y="270752"/>
                </a:lnTo>
                <a:lnTo>
                  <a:pt x="8341358" y="268813"/>
                </a:lnTo>
                <a:lnTo>
                  <a:pt x="8279529" y="255882"/>
                </a:lnTo>
                <a:cubicBezTo>
                  <a:pt x="8254409" y="264920"/>
                  <a:pt x="8236480" y="246076"/>
                  <a:pt x="8216342" y="241197"/>
                </a:cubicBezTo>
                <a:lnTo>
                  <a:pt x="8058855" y="239699"/>
                </a:lnTo>
                <a:cubicBezTo>
                  <a:pt x="8045079" y="240238"/>
                  <a:pt x="8041527" y="235186"/>
                  <a:pt x="8025637" y="235784"/>
                </a:cubicBezTo>
                <a:lnTo>
                  <a:pt x="7963516" y="243289"/>
                </a:lnTo>
                <a:lnTo>
                  <a:pt x="7872719" y="249616"/>
                </a:lnTo>
                <a:lnTo>
                  <a:pt x="7810166" y="256959"/>
                </a:lnTo>
                <a:lnTo>
                  <a:pt x="7798086" y="259331"/>
                </a:lnTo>
                <a:cubicBezTo>
                  <a:pt x="7668901" y="256950"/>
                  <a:pt x="7196305" y="246965"/>
                  <a:pt x="7067805" y="242670"/>
                </a:cubicBezTo>
                <a:lnTo>
                  <a:pt x="7027087" y="233557"/>
                </a:lnTo>
                <a:lnTo>
                  <a:pt x="7003225" y="232353"/>
                </a:lnTo>
                <a:cubicBezTo>
                  <a:pt x="7001468" y="233009"/>
                  <a:pt x="6967058" y="231835"/>
                  <a:pt x="6965637" y="231869"/>
                </a:cubicBezTo>
                <a:lnTo>
                  <a:pt x="6881281" y="239816"/>
                </a:lnTo>
                <a:lnTo>
                  <a:pt x="1" y="114842"/>
                </a:lnTo>
                <a:lnTo>
                  <a:pt x="1" y="6208533"/>
                </a:lnTo>
                <a:lnTo>
                  <a:pt x="0" y="6208533"/>
                </a:lnTo>
                <a:close/>
              </a:path>
            </a:pathLst>
          </a:cu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88759FB5-02B1-497A-BDDC-CBDB620FE4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7854245">
            <a:off x="11290307" y="-193541"/>
            <a:ext cx="444795" cy="1570489"/>
          </a:xfrm>
          <a:custGeom>
            <a:avLst/>
            <a:gdLst>
              <a:gd name="connsiteX0" fmla="*/ 444795 w 444795"/>
              <a:gd name="connsiteY0" fmla="*/ 0 h 1570489"/>
              <a:gd name="connsiteX1" fmla="*/ 444795 w 444795"/>
              <a:gd name="connsiteY1" fmla="*/ 1431629 h 1570489"/>
              <a:gd name="connsiteX2" fmla="*/ 178850 w 444795"/>
              <a:gd name="connsiteY2" fmla="*/ 1570489 h 1570489"/>
              <a:gd name="connsiteX3" fmla="*/ 178440 w 444795"/>
              <a:gd name="connsiteY3" fmla="*/ 1568924 h 1570489"/>
              <a:gd name="connsiteX4" fmla="*/ 161935 w 444795"/>
              <a:gd name="connsiteY4" fmla="*/ 1564235 h 1570489"/>
              <a:gd name="connsiteX5" fmla="*/ 158071 w 444795"/>
              <a:gd name="connsiteY5" fmla="*/ 1560758 h 1570489"/>
              <a:gd name="connsiteX6" fmla="*/ 135376 w 444795"/>
              <a:gd name="connsiteY6" fmla="*/ 1543060 h 1570489"/>
              <a:gd name="connsiteX7" fmla="*/ 73928 w 444795"/>
              <a:gd name="connsiteY7" fmla="*/ 1560631 h 1570489"/>
              <a:gd name="connsiteX8" fmla="*/ 9019 w 444795"/>
              <a:gd name="connsiteY8" fmla="*/ 1536706 h 1570489"/>
              <a:gd name="connsiteX9" fmla="*/ 0 w 444795"/>
              <a:gd name="connsiteY9" fmla="*/ 1535074 h 1570489"/>
              <a:gd name="connsiteX10" fmla="*/ 0 w 444795"/>
              <a:gd name="connsiteY10" fmla="*/ 67986 h 1570489"/>
              <a:gd name="connsiteX11" fmla="*/ 39454 w 444795"/>
              <a:gd name="connsiteY11" fmla="*/ 57721 h 1570489"/>
              <a:gd name="connsiteX12" fmla="*/ 139617 w 444795"/>
              <a:gd name="connsiteY12" fmla="*/ 36655 h 1570489"/>
              <a:gd name="connsiteX13" fmla="*/ 193778 w 444795"/>
              <a:gd name="connsiteY13" fmla="*/ 44372 h 1570489"/>
              <a:gd name="connsiteX14" fmla="*/ 261389 w 444795"/>
              <a:gd name="connsiteY14" fmla="*/ 31962 h 1570489"/>
              <a:gd name="connsiteX15" fmla="*/ 274876 w 444795"/>
              <a:gd name="connsiteY15" fmla="*/ 32819 h 1570489"/>
              <a:gd name="connsiteX16" fmla="*/ 280032 w 444795"/>
              <a:gd name="connsiteY16" fmla="*/ 42429 h 1570489"/>
              <a:gd name="connsiteX17" fmla="*/ 284781 w 444795"/>
              <a:gd name="connsiteY17" fmla="*/ 44216 h 1570489"/>
              <a:gd name="connsiteX18" fmla="*/ 300007 w 444795"/>
              <a:gd name="connsiteY18" fmla="*/ 32158 h 1570489"/>
              <a:gd name="connsiteX19" fmla="*/ 376000 w 444795"/>
              <a:gd name="connsiteY19" fmla="*/ 39272 h 1570489"/>
              <a:gd name="connsiteX20" fmla="*/ 417583 w 444795"/>
              <a:gd name="connsiteY20" fmla="*/ 8436 h 15704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444795" h="1570489">
                <a:moveTo>
                  <a:pt x="444795" y="0"/>
                </a:moveTo>
                <a:lnTo>
                  <a:pt x="444795" y="1431629"/>
                </a:lnTo>
                <a:lnTo>
                  <a:pt x="178850" y="1570489"/>
                </a:lnTo>
                <a:lnTo>
                  <a:pt x="178440" y="1568924"/>
                </a:lnTo>
                <a:lnTo>
                  <a:pt x="161935" y="1564235"/>
                </a:lnTo>
                <a:lnTo>
                  <a:pt x="158071" y="1560758"/>
                </a:lnTo>
                <a:cubicBezTo>
                  <a:pt x="150700" y="1554075"/>
                  <a:pt x="143295" y="1547807"/>
                  <a:pt x="135376" y="1543060"/>
                </a:cubicBezTo>
                <a:cubicBezTo>
                  <a:pt x="126905" y="1595962"/>
                  <a:pt x="66600" y="1511412"/>
                  <a:pt x="73928" y="1560631"/>
                </a:cubicBezTo>
                <a:cubicBezTo>
                  <a:pt x="28933" y="1543756"/>
                  <a:pt x="47711" y="1595032"/>
                  <a:pt x="9019" y="1536706"/>
                </a:cubicBezTo>
                <a:lnTo>
                  <a:pt x="0" y="1535074"/>
                </a:lnTo>
                <a:lnTo>
                  <a:pt x="0" y="67986"/>
                </a:lnTo>
                <a:lnTo>
                  <a:pt x="39454" y="57721"/>
                </a:lnTo>
                <a:cubicBezTo>
                  <a:pt x="73377" y="51212"/>
                  <a:pt x="108602" y="47235"/>
                  <a:pt x="139617" y="36655"/>
                </a:cubicBezTo>
                <a:cubicBezTo>
                  <a:pt x="180799" y="76209"/>
                  <a:pt x="156173" y="38789"/>
                  <a:pt x="193778" y="44372"/>
                </a:cubicBezTo>
                <a:lnTo>
                  <a:pt x="261389" y="31962"/>
                </a:lnTo>
                <a:lnTo>
                  <a:pt x="274876" y="32819"/>
                </a:lnTo>
                <a:lnTo>
                  <a:pt x="280032" y="42429"/>
                </a:lnTo>
                <a:lnTo>
                  <a:pt x="284781" y="44216"/>
                </a:lnTo>
                <a:lnTo>
                  <a:pt x="300007" y="32158"/>
                </a:lnTo>
                <a:cubicBezTo>
                  <a:pt x="322467" y="25663"/>
                  <a:pt x="353078" y="40892"/>
                  <a:pt x="376000" y="39272"/>
                </a:cubicBezTo>
                <a:cubicBezTo>
                  <a:pt x="382977" y="23995"/>
                  <a:pt x="397501" y="15607"/>
                  <a:pt x="417583" y="8436"/>
                </a:cubicBezTo>
                <a:close/>
              </a:path>
            </a:pathLst>
          </a:custGeom>
          <a:blipFill dpi="0" rotWithShape="1">
            <a:blip r:embed="rId4">
              <a:alphaModFix amt="84000"/>
            </a:blip>
            <a:srcRect/>
            <a:tile tx="0" ty="0" sx="100000" sy="100000" flip="none" algn="tl"/>
          </a:blipFill>
          <a:ln>
            <a:noFill/>
          </a:ln>
          <a:effectLst>
            <a:outerShdw blurRad="63500" dist="12700" dir="8100000" algn="tr" rotWithShape="0">
              <a:prstClr val="black">
                <a:alpha val="32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83F1F4AA-08A3-4839-9435-CD3654E72B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74436" y="6388259"/>
            <a:ext cx="358083" cy="368964"/>
            <a:chOff x="4135740" y="1795926"/>
            <a:chExt cx="558732" cy="575710"/>
          </a:xfrm>
        </p:grpSpPr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0118FC23-1DB0-460E-A020-F5B4AA9BD49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4135740" y="1795926"/>
              <a:ext cx="558732" cy="575710"/>
              <a:chOff x="1028007" y="1706560"/>
              <a:chExt cx="575710" cy="575710"/>
            </a:xfrm>
          </p:grpSpPr>
          <p:cxnSp>
            <p:nvCxnSpPr>
              <p:cNvPr id="26" name="Straight Connector 25">
                <a:extLst>
                  <a:ext uri="{FF2B5EF4-FFF2-40B4-BE49-F238E27FC236}">
                    <a16:creationId xmlns:a16="http://schemas.microsoft.com/office/drawing/2014/main" id="{D031F938-0A57-4684-9695-AC64E1F2D0F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>
                <a:cxnSpLocks/>
              </p:cNvCxn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>
                <a:off x="1028007" y="1994415"/>
                <a:ext cx="575710" cy="0"/>
              </a:xfrm>
              <a:prstGeom prst="line">
                <a:avLst/>
              </a:prstGeom>
              <a:ln w="9525">
                <a:solidFill>
                  <a:srgbClr val="FFFFFF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Straight Connector 26">
                <a:extLst>
                  <a:ext uri="{FF2B5EF4-FFF2-40B4-BE49-F238E27FC236}">
                    <a16:creationId xmlns:a16="http://schemas.microsoft.com/office/drawing/2014/main" id="{89DC79AD-B2F7-4E3E-A720-7E2F23899EC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>
                <a:cxnSpLocks/>
              </p:cNvCxn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16200000">
                <a:off x="1028007" y="1994415"/>
                <a:ext cx="575710" cy="0"/>
              </a:xfrm>
              <a:prstGeom prst="line">
                <a:avLst/>
              </a:prstGeom>
              <a:ln w="9525">
                <a:solidFill>
                  <a:srgbClr val="FFFFFF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297CEF30-36B1-4E7F-A720-142F0B8CB1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336389" y="1946248"/>
              <a:ext cx="157434" cy="157434"/>
            </a:xfrm>
            <a:prstGeom prst="ellipse">
              <a:avLst/>
            </a:prstGeom>
            <a:noFill/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3" name="Imagen 2">
            <a:extLst>
              <a:ext uri="{FF2B5EF4-FFF2-40B4-BE49-F238E27FC236}">
                <a16:creationId xmlns:a16="http://schemas.microsoft.com/office/drawing/2014/main" id="{82CD3FFF-BF5A-23AF-14DE-21ECA303341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5368" y="1338620"/>
            <a:ext cx="10381861" cy="47091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21911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23F5135F-115E-423C-BE4A-B56C35DC9F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74436" y="6388259"/>
            <a:ext cx="358083" cy="368964"/>
            <a:chOff x="4135740" y="1795926"/>
            <a:chExt cx="558732" cy="575710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82C1E318-0F1F-4920-8C7D-FBAC66631B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4135740" y="1795926"/>
              <a:ext cx="558732" cy="575710"/>
              <a:chOff x="1028007" y="1706560"/>
              <a:chExt cx="575710" cy="575710"/>
            </a:xfrm>
          </p:grpSpPr>
          <p:cxnSp>
            <p:nvCxnSpPr>
              <p:cNvPr id="10" name="Straight Connector 9">
                <a:extLst>
                  <a:ext uri="{FF2B5EF4-FFF2-40B4-BE49-F238E27FC236}">
                    <a16:creationId xmlns:a16="http://schemas.microsoft.com/office/drawing/2014/main" id="{DE4A7237-B6EB-4FB7-8B68-7C27438D477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>
                <a:cxnSpLocks/>
              </p:cNvCxn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>
                <a:off x="1028007" y="1994415"/>
                <a:ext cx="575710" cy="0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" name="Straight Connector 10">
                <a:extLst>
                  <a:ext uri="{FF2B5EF4-FFF2-40B4-BE49-F238E27FC236}">
                    <a16:creationId xmlns:a16="http://schemas.microsoft.com/office/drawing/2014/main" id="{84E00FDE-0838-4B5B-A782-6B6C92DB0A8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>
                <a:cxnSpLocks/>
              </p:cNvCxn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16200000">
                <a:off x="1028007" y="1994415"/>
                <a:ext cx="575710" cy="0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2BC1B2F3-8E83-4A70-B103-979C67EECED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336389" y="1946248"/>
              <a:ext cx="157434" cy="15743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ACB466DA-A9AB-44EF-8104-8A7275B0EE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24C0170-3916-4625-8190-2E3BF113A1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1540000">
            <a:off x="498637" y="338874"/>
            <a:ext cx="11358741" cy="6043872"/>
          </a:xfrm>
          <a:prstGeom prst="rect">
            <a:avLst/>
          </a:prstGeom>
          <a:solidFill>
            <a:schemeClr val="tx1"/>
          </a:solidFill>
          <a:ln>
            <a:noFill/>
          </a:ln>
          <a:effectLst>
            <a:outerShdw blurRad="50800" dist="254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1FC0C2B9-B2AE-4A67-B314-65D5D3B1EB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1540000">
            <a:off x="-54343" y="434923"/>
            <a:ext cx="11781284" cy="6516581"/>
          </a:xfrm>
          <a:custGeom>
            <a:avLst/>
            <a:gdLst>
              <a:gd name="connsiteX0" fmla="*/ 11742934 w 11781284"/>
              <a:gd name="connsiteY0" fmla="*/ 29999 h 6516581"/>
              <a:gd name="connsiteX1" fmla="*/ 11781284 w 11781284"/>
              <a:gd name="connsiteY1" fmla="*/ 66820 h 6516581"/>
              <a:gd name="connsiteX2" fmla="*/ 11781284 w 11781284"/>
              <a:gd name="connsiteY2" fmla="*/ 2761437 h 6516581"/>
              <a:gd name="connsiteX3" fmla="*/ 11781284 w 11781284"/>
              <a:gd name="connsiteY3" fmla="*/ 3091007 h 6516581"/>
              <a:gd name="connsiteX4" fmla="*/ 11781284 w 11781284"/>
              <a:gd name="connsiteY4" fmla="*/ 5785624 h 6516581"/>
              <a:gd name="connsiteX5" fmla="*/ 11742934 w 11781284"/>
              <a:gd name="connsiteY5" fmla="*/ 5822550 h 6516581"/>
              <a:gd name="connsiteX6" fmla="*/ 11244064 w 11781284"/>
              <a:gd name="connsiteY6" fmla="*/ 5822550 h 6516581"/>
              <a:gd name="connsiteX7" fmla="*/ 11219828 w 11781284"/>
              <a:gd name="connsiteY7" fmla="*/ 6516581 h 6516581"/>
              <a:gd name="connsiteX8" fmla="*/ 0 w 11781284"/>
              <a:gd name="connsiteY8" fmla="*/ 6320738 h 6516581"/>
              <a:gd name="connsiteX9" fmla="*/ 106349 w 11781284"/>
              <a:gd name="connsiteY9" fmla="*/ 227975 h 6516581"/>
              <a:gd name="connsiteX10" fmla="*/ 682679 w 11781284"/>
              <a:gd name="connsiteY10" fmla="*/ 248508 h 6516581"/>
              <a:gd name="connsiteX11" fmla="*/ 682679 w 11781284"/>
              <a:gd name="connsiteY11" fmla="*/ 61294 h 6516581"/>
              <a:gd name="connsiteX12" fmla="*/ 693318 w 11781284"/>
              <a:gd name="connsiteY12" fmla="*/ 36710 h 6516581"/>
              <a:gd name="connsiteX13" fmla="*/ 718532 w 11781284"/>
              <a:gd name="connsiteY13" fmla="*/ 26597 h 6516581"/>
              <a:gd name="connsiteX14" fmla="*/ 718532 w 11781284"/>
              <a:gd name="connsiteY14" fmla="*/ 21840 h 6516581"/>
              <a:gd name="connsiteX15" fmla="*/ 8495053 w 11781284"/>
              <a:gd name="connsiteY15" fmla="*/ 29999 h 6516581"/>
              <a:gd name="connsiteX16" fmla="*/ 8506267 w 11781284"/>
              <a:gd name="connsiteY16" fmla="*/ 27593 h 6516581"/>
              <a:gd name="connsiteX17" fmla="*/ 8564427 w 11781284"/>
              <a:gd name="connsiteY17" fmla="*/ 19736 h 6516581"/>
              <a:gd name="connsiteX18" fmla="*/ 8648916 w 11781284"/>
              <a:gd name="connsiteY18" fmla="*/ 12364 h 6516581"/>
              <a:gd name="connsiteX19" fmla="*/ 8706669 w 11781284"/>
              <a:gd name="connsiteY19" fmla="*/ 4362 h 6516581"/>
              <a:gd name="connsiteX20" fmla="*/ 8737680 w 11781284"/>
              <a:gd name="connsiteY20" fmla="*/ 7468 h 6516581"/>
              <a:gd name="connsiteX21" fmla="*/ 8783620 w 11781284"/>
              <a:gd name="connsiteY21" fmla="*/ 0 h 6516581"/>
              <a:gd name="connsiteX22" fmla="*/ 8827469 w 11781284"/>
              <a:gd name="connsiteY22" fmla="*/ 847 h 6516581"/>
              <a:gd name="connsiteX23" fmla="*/ 8884429 w 11781284"/>
              <a:gd name="connsiteY23" fmla="*/ 6303 h 6516581"/>
              <a:gd name="connsiteX24" fmla="*/ 8943537 w 11781284"/>
              <a:gd name="connsiteY24" fmla="*/ 18957 h 6516581"/>
              <a:gd name="connsiteX25" fmla="*/ 9001349 w 11781284"/>
              <a:gd name="connsiteY25" fmla="*/ 29999 h 6516581"/>
              <a:gd name="connsiteX26" fmla="*/ 9104856 w 11781284"/>
              <a:gd name="connsiteY26" fmla="*/ 29999 h 65165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</a:cxnLst>
            <a:rect l="l" t="t" r="r" b="b"/>
            <a:pathLst>
              <a:path w="11781284" h="6516581">
                <a:moveTo>
                  <a:pt x="11742934" y="29999"/>
                </a:moveTo>
                <a:cubicBezTo>
                  <a:pt x="11764048" y="30053"/>
                  <a:pt x="11781163" y="46490"/>
                  <a:pt x="11781284" y="66820"/>
                </a:cubicBezTo>
                <a:lnTo>
                  <a:pt x="11781284" y="2761437"/>
                </a:lnTo>
                <a:lnTo>
                  <a:pt x="11781284" y="3091007"/>
                </a:lnTo>
                <a:lnTo>
                  <a:pt x="11781284" y="5785624"/>
                </a:lnTo>
                <a:cubicBezTo>
                  <a:pt x="11781230" y="5805995"/>
                  <a:pt x="11764092" y="5822492"/>
                  <a:pt x="11742934" y="5822550"/>
                </a:cubicBezTo>
                <a:lnTo>
                  <a:pt x="11244064" y="5822550"/>
                </a:lnTo>
                <a:lnTo>
                  <a:pt x="11219828" y="6516581"/>
                </a:lnTo>
                <a:lnTo>
                  <a:pt x="0" y="6320738"/>
                </a:lnTo>
                <a:lnTo>
                  <a:pt x="106349" y="227975"/>
                </a:lnTo>
                <a:lnTo>
                  <a:pt x="682679" y="248508"/>
                </a:lnTo>
                <a:lnTo>
                  <a:pt x="682679" y="61294"/>
                </a:lnTo>
                <a:cubicBezTo>
                  <a:pt x="682736" y="51687"/>
                  <a:pt x="686792" y="43001"/>
                  <a:pt x="693318" y="36710"/>
                </a:cubicBezTo>
                <a:lnTo>
                  <a:pt x="718532" y="26597"/>
                </a:lnTo>
                <a:lnTo>
                  <a:pt x="718532" y="21840"/>
                </a:lnTo>
                <a:lnTo>
                  <a:pt x="8495053" y="29999"/>
                </a:lnTo>
                <a:lnTo>
                  <a:pt x="8506267" y="27593"/>
                </a:lnTo>
                <a:lnTo>
                  <a:pt x="8564427" y="19736"/>
                </a:lnTo>
                <a:lnTo>
                  <a:pt x="8648916" y="12364"/>
                </a:lnTo>
                <a:lnTo>
                  <a:pt x="8706669" y="4362"/>
                </a:lnTo>
                <a:cubicBezTo>
                  <a:pt x="8721463" y="3546"/>
                  <a:pt x="8724854" y="8195"/>
                  <a:pt x="8737680" y="7468"/>
                </a:cubicBezTo>
                <a:lnTo>
                  <a:pt x="8783620" y="0"/>
                </a:lnTo>
                <a:lnTo>
                  <a:pt x="8827469" y="847"/>
                </a:lnTo>
                <a:lnTo>
                  <a:pt x="8884429" y="6303"/>
                </a:lnTo>
                <a:cubicBezTo>
                  <a:pt x="8903270" y="10522"/>
                  <a:pt x="8920280" y="27786"/>
                  <a:pt x="8943537" y="18957"/>
                </a:cubicBezTo>
                <a:lnTo>
                  <a:pt x="9001349" y="29999"/>
                </a:lnTo>
                <a:lnTo>
                  <a:pt x="9104856" y="29999"/>
                </a:lnTo>
                <a:close/>
              </a:path>
            </a:pathLst>
          </a:custGeom>
          <a:blipFill>
            <a:blip r:embed="rId2"/>
            <a:tile tx="0" ty="0" sx="100000" sy="100000" flip="none" algn="tl"/>
          </a:blipFill>
          <a:ln w="952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pic>
        <p:nvPicPr>
          <p:cNvPr id="6" name="Picture 1" descr="Arte de pintura al óleo nuboso">
            <a:extLst>
              <a:ext uri="{FF2B5EF4-FFF2-40B4-BE49-F238E27FC236}">
                <a16:creationId xmlns:a16="http://schemas.microsoft.com/office/drawing/2014/main" id="{FE3104A9-1CF2-6255-48C2-8851BC3FFD37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alphaModFix amt="85000"/>
          </a:blip>
          <a:srcRect t="16058" r="-1" b="1274"/>
          <a:stretch/>
        </p:blipFill>
        <p:spPr>
          <a:xfrm>
            <a:off x="20" y="363271"/>
            <a:ext cx="11770134" cy="6494729"/>
          </a:xfrm>
          <a:custGeom>
            <a:avLst/>
            <a:gdLst/>
            <a:ahLst/>
            <a:cxnLst/>
            <a:rect l="l" t="t" r="r" b="b"/>
            <a:pathLst>
              <a:path w="11770154" h="6494729">
                <a:moveTo>
                  <a:pt x="11631357" y="5"/>
                </a:moveTo>
                <a:cubicBezTo>
                  <a:pt x="11652469" y="-309"/>
                  <a:pt x="11669868" y="15827"/>
                  <a:pt x="11670344" y="36151"/>
                </a:cubicBezTo>
                <a:lnTo>
                  <a:pt x="11717372" y="2730358"/>
                </a:lnTo>
                <a:lnTo>
                  <a:pt x="11723123" y="3059878"/>
                </a:lnTo>
                <a:lnTo>
                  <a:pt x="11770151" y="5754084"/>
                </a:lnTo>
                <a:cubicBezTo>
                  <a:pt x="11770452" y="5774453"/>
                  <a:pt x="11753605" y="5791247"/>
                  <a:pt x="11732451" y="5791674"/>
                </a:cubicBezTo>
                <a:lnTo>
                  <a:pt x="11233657" y="5800381"/>
                </a:lnTo>
                <a:lnTo>
                  <a:pt x="11221537" y="6494729"/>
                </a:lnTo>
                <a:lnTo>
                  <a:pt x="1" y="6494729"/>
                </a:lnTo>
                <a:lnTo>
                  <a:pt x="0" y="401038"/>
                </a:lnTo>
                <a:lnTo>
                  <a:pt x="576600" y="411509"/>
                </a:lnTo>
                <a:lnTo>
                  <a:pt x="573333" y="224324"/>
                </a:lnTo>
                <a:cubicBezTo>
                  <a:pt x="573222" y="214717"/>
                  <a:pt x="577126" y="205961"/>
                  <a:pt x="583542" y="199558"/>
                </a:cubicBezTo>
                <a:lnTo>
                  <a:pt x="608575" y="189006"/>
                </a:lnTo>
                <a:lnTo>
                  <a:pt x="608492" y="184250"/>
                </a:lnTo>
                <a:lnTo>
                  <a:pt x="8383971" y="56689"/>
                </a:lnTo>
                <a:lnTo>
                  <a:pt x="8395141" y="54087"/>
                </a:lnTo>
                <a:lnTo>
                  <a:pt x="8453155" y="45216"/>
                </a:lnTo>
                <a:lnTo>
                  <a:pt x="8537503" y="36371"/>
                </a:lnTo>
                <a:lnTo>
                  <a:pt x="8595107" y="27362"/>
                </a:lnTo>
                <a:cubicBezTo>
                  <a:pt x="8609885" y="26288"/>
                  <a:pt x="8613356" y="30877"/>
                  <a:pt x="8626168" y="29927"/>
                </a:cubicBezTo>
                <a:lnTo>
                  <a:pt x="8671970" y="21658"/>
                </a:lnTo>
                <a:lnTo>
                  <a:pt x="8715827" y="21740"/>
                </a:lnTo>
                <a:lnTo>
                  <a:pt x="8772874" y="26201"/>
                </a:lnTo>
                <a:cubicBezTo>
                  <a:pt x="8791786" y="30090"/>
                  <a:pt x="8809094" y="47055"/>
                  <a:pt x="8832194" y="37821"/>
                </a:cubicBezTo>
                <a:lnTo>
                  <a:pt x="8890190" y="47853"/>
                </a:lnTo>
                <a:lnTo>
                  <a:pt x="8993681" y="46046"/>
                </a:lnTo>
                <a:close/>
              </a:path>
            </a:pathLst>
          </a:custGeom>
        </p:spPr>
      </p:pic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D0EDBB28-5451-43FB-A804-8212C38FEB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49467"/>
            <a:ext cx="11462492" cy="6208533"/>
          </a:xfrm>
          <a:custGeom>
            <a:avLst/>
            <a:gdLst>
              <a:gd name="connsiteX0" fmla="*/ 0 w 11462492"/>
              <a:gd name="connsiteY0" fmla="*/ 0 h 6208533"/>
              <a:gd name="connsiteX1" fmla="*/ 11462492 w 11462492"/>
              <a:gd name="connsiteY1" fmla="*/ 200079 h 6208533"/>
              <a:gd name="connsiteX2" fmla="*/ 11357614 w 11462492"/>
              <a:gd name="connsiteY2" fmla="*/ 6208533 h 6208533"/>
              <a:gd name="connsiteX3" fmla="*/ 11221539 w 11462492"/>
              <a:gd name="connsiteY3" fmla="*/ 6208533 h 6208533"/>
              <a:gd name="connsiteX4" fmla="*/ 11266976 w 11462492"/>
              <a:gd name="connsiteY4" fmla="*/ 3605431 h 6208533"/>
              <a:gd name="connsiteX5" fmla="*/ 11273149 w 11462492"/>
              <a:gd name="connsiteY5" fmla="*/ 3251792 h 6208533"/>
              <a:gd name="connsiteX6" fmla="*/ 11323618 w 11462492"/>
              <a:gd name="connsiteY6" fmla="*/ 360391 h 6208533"/>
              <a:gd name="connsiteX7" fmla="*/ 11283157 w 11462492"/>
              <a:gd name="connsiteY7" fmla="*/ 320163 h 6208533"/>
              <a:gd name="connsiteX8" fmla="*/ 9412986 w 11462492"/>
              <a:gd name="connsiteY8" fmla="*/ 287519 h 6208533"/>
              <a:gd name="connsiteX9" fmla="*/ 9352137 w 11462492"/>
              <a:gd name="connsiteY9" fmla="*/ 275336 h 6208533"/>
              <a:gd name="connsiteX10" fmla="*/ 8452422 w 11462492"/>
              <a:gd name="connsiteY10" fmla="*/ 270752 h 6208533"/>
              <a:gd name="connsiteX11" fmla="*/ 8341358 w 11462492"/>
              <a:gd name="connsiteY11" fmla="*/ 268813 h 6208533"/>
              <a:gd name="connsiteX12" fmla="*/ 8279529 w 11462492"/>
              <a:gd name="connsiteY12" fmla="*/ 255882 h 6208533"/>
              <a:gd name="connsiteX13" fmla="*/ 8216342 w 11462492"/>
              <a:gd name="connsiteY13" fmla="*/ 241197 h 6208533"/>
              <a:gd name="connsiteX14" fmla="*/ 8058855 w 11462492"/>
              <a:gd name="connsiteY14" fmla="*/ 239699 h 6208533"/>
              <a:gd name="connsiteX15" fmla="*/ 8025637 w 11462492"/>
              <a:gd name="connsiteY15" fmla="*/ 235784 h 6208533"/>
              <a:gd name="connsiteX16" fmla="*/ 7963516 w 11462492"/>
              <a:gd name="connsiteY16" fmla="*/ 243289 h 6208533"/>
              <a:gd name="connsiteX17" fmla="*/ 7872719 w 11462492"/>
              <a:gd name="connsiteY17" fmla="*/ 249616 h 6208533"/>
              <a:gd name="connsiteX18" fmla="*/ 7810166 w 11462492"/>
              <a:gd name="connsiteY18" fmla="*/ 256959 h 6208533"/>
              <a:gd name="connsiteX19" fmla="*/ 7798086 w 11462492"/>
              <a:gd name="connsiteY19" fmla="*/ 259331 h 6208533"/>
              <a:gd name="connsiteX20" fmla="*/ 7067805 w 11462492"/>
              <a:gd name="connsiteY20" fmla="*/ 242670 h 6208533"/>
              <a:gd name="connsiteX21" fmla="*/ 7027087 w 11462492"/>
              <a:gd name="connsiteY21" fmla="*/ 233557 h 6208533"/>
              <a:gd name="connsiteX22" fmla="*/ 7003225 w 11462492"/>
              <a:gd name="connsiteY22" fmla="*/ 232353 h 6208533"/>
              <a:gd name="connsiteX23" fmla="*/ 6965637 w 11462492"/>
              <a:gd name="connsiteY23" fmla="*/ 231869 h 6208533"/>
              <a:gd name="connsiteX24" fmla="*/ 6881281 w 11462492"/>
              <a:gd name="connsiteY24" fmla="*/ 239816 h 6208533"/>
              <a:gd name="connsiteX25" fmla="*/ 1 w 11462492"/>
              <a:gd name="connsiteY25" fmla="*/ 114842 h 6208533"/>
              <a:gd name="connsiteX26" fmla="*/ 1 w 11462492"/>
              <a:gd name="connsiteY26" fmla="*/ 6208533 h 6208533"/>
              <a:gd name="connsiteX27" fmla="*/ 0 w 11462492"/>
              <a:gd name="connsiteY27" fmla="*/ 6208533 h 62085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11462492" h="6208533">
                <a:moveTo>
                  <a:pt x="0" y="0"/>
                </a:moveTo>
                <a:lnTo>
                  <a:pt x="11462492" y="200079"/>
                </a:lnTo>
                <a:lnTo>
                  <a:pt x="11357614" y="6208533"/>
                </a:lnTo>
                <a:lnTo>
                  <a:pt x="11221539" y="6208533"/>
                </a:lnTo>
                <a:lnTo>
                  <a:pt x="11266976" y="3605431"/>
                </a:lnTo>
                <a:lnTo>
                  <a:pt x="11273149" y="3251792"/>
                </a:lnTo>
                <a:lnTo>
                  <a:pt x="11323618" y="360391"/>
                </a:lnTo>
                <a:cubicBezTo>
                  <a:pt x="11323870" y="338573"/>
                  <a:pt x="11305811" y="320615"/>
                  <a:pt x="11283157" y="320163"/>
                </a:cubicBezTo>
                <a:lnTo>
                  <a:pt x="9412986" y="287519"/>
                </a:lnTo>
                <a:lnTo>
                  <a:pt x="9352137" y="275336"/>
                </a:lnTo>
                <a:lnTo>
                  <a:pt x="8452422" y="270752"/>
                </a:lnTo>
                <a:lnTo>
                  <a:pt x="8341358" y="268813"/>
                </a:lnTo>
                <a:lnTo>
                  <a:pt x="8279529" y="255882"/>
                </a:lnTo>
                <a:cubicBezTo>
                  <a:pt x="8254409" y="264920"/>
                  <a:pt x="8236480" y="246076"/>
                  <a:pt x="8216342" y="241197"/>
                </a:cubicBezTo>
                <a:lnTo>
                  <a:pt x="8058855" y="239699"/>
                </a:lnTo>
                <a:cubicBezTo>
                  <a:pt x="8045079" y="240238"/>
                  <a:pt x="8041527" y="235186"/>
                  <a:pt x="8025637" y="235784"/>
                </a:cubicBezTo>
                <a:lnTo>
                  <a:pt x="7963516" y="243289"/>
                </a:lnTo>
                <a:lnTo>
                  <a:pt x="7872719" y="249616"/>
                </a:lnTo>
                <a:lnTo>
                  <a:pt x="7810166" y="256959"/>
                </a:lnTo>
                <a:lnTo>
                  <a:pt x="7798086" y="259331"/>
                </a:lnTo>
                <a:cubicBezTo>
                  <a:pt x="7668901" y="256950"/>
                  <a:pt x="7196305" y="246965"/>
                  <a:pt x="7067805" y="242670"/>
                </a:cubicBezTo>
                <a:lnTo>
                  <a:pt x="7027087" y="233557"/>
                </a:lnTo>
                <a:lnTo>
                  <a:pt x="7003225" y="232353"/>
                </a:lnTo>
                <a:cubicBezTo>
                  <a:pt x="7001468" y="233009"/>
                  <a:pt x="6967058" y="231835"/>
                  <a:pt x="6965637" y="231869"/>
                </a:cubicBezTo>
                <a:lnTo>
                  <a:pt x="6881281" y="239816"/>
                </a:lnTo>
                <a:lnTo>
                  <a:pt x="1" y="114842"/>
                </a:lnTo>
                <a:lnTo>
                  <a:pt x="1" y="6208533"/>
                </a:lnTo>
                <a:lnTo>
                  <a:pt x="0" y="6208533"/>
                </a:lnTo>
                <a:close/>
              </a:path>
            </a:pathLst>
          </a:cu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88759FB5-02B1-497A-BDDC-CBDB620FE4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7854245">
            <a:off x="11290307" y="-193541"/>
            <a:ext cx="444795" cy="1570489"/>
          </a:xfrm>
          <a:custGeom>
            <a:avLst/>
            <a:gdLst>
              <a:gd name="connsiteX0" fmla="*/ 444795 w 444795"/>
              <a:gd name="connsiteY0" fmla="*/ 0 h 1570489"/>
              <a:gd name="connsiteX1" fmla="*/ 444795 w 444795"/>
              <a:gd name="connsiteY1" fmla="*/ 1431629 h 1570489"/>
              <a:gd name="connsiteX2" fmla="*/ 178850 w 444795"/>
              <a:gd name="connsiteY2" fmla="*/ 1570489 h 1570489"/>
              <a:gd name="connsiteX3" fmla="*/ 178440 w 444795"/>
              <a:gd name="connsiteY3" fmla="*/ 1568924 h 1570489"/>
              <a:gd name="connsiteX4" fmla="*/ 161935 w 444795"/>
              <a:gd name="connsiteY4" fmla="*/ 1564235 h 1570489"/>
              <a:gd name="connsiteX5" fmla="*/ 158071 w 444795"/>
              <a:gd name="connsiteY5" fmla="*/ 1560758 h 1570489"/>
              <a:gd name="connsiteX6" fmla="*/ 135376 w 444795"/>
              <a:gd name="connsiteY6" fmla="*/ 1543060 h 1570489"/>
              <a:gd name="connsiteX7" fmla="*/ 73928 w 444795"/>
              <a:gd name="connsiteY7" fmla="*/ 1560631 h 1570489"/>
              <a:gd name="connsiteX8" fmla="*/ 9019 w 444795"/>
              <a:gd name="connsiteY8" fmla="*/ 1536706 h 1570489"/>
              <a:gd name="connsiteX9" fmla="*/ 0 w 444795"/>
              <a:gd name="connsiteY9" fmla="*/ 1535074 h 1570489"/>
              <a:gd name="connsiteX10" fmla="*/ 0 w 444795"/>
              <a:gd name="connsiteY10" fmla="*/ 67986 h 1570489"/>
              <a:gd name="connsiteX11" fmla="*/ 39454 w 444795"/>
              <a:gd name="connsiteY11" fmla="*/ 57721 h 1570489"/>
              <a:gd name="connsiteX12" fmla="*/ 139617 w 444795"/>
              <a:gd name="connsiteY12" fmla="*/ 36655 h 1570489"/>
              <a:gd name="connsiteX13" fmla="*/ 193778 w 444795"/>
              <a:gd name="connsiteY13" fmla="*/ 44372 h 1570489"/>
              <a:gd name="connsiteX14" fmla="*/ 261389 w 444795"/>
              <a:gd name="connsiteY14" fmla="*/ 31962 h 1570489"/>
              <a:gd name="connsiteX15" fmla="*/ 274876 w 444795"/>
              <a:gd name="connsiteY15" fmla="*/ 32819 h 1570489"/>
              <a:gd name="connsiteX16" fmla="*/ 280032 w 444795"/>
              <a:gd name="connsiteY16" fmla="*/ 42429 h 1570489"/>
              <a:gd name="connsiteX17" fmla="*/ 284781 w 444795"/>
              <a:gd name="connsiteY17" fmla="*/ 44216 h 1570489"/>
              <a:gd name="connsiteX18" fmla="*/ 300007 w 444795"/>
              <a:gd name="connsiteY18" fmla="*/ 32158 h 1570489"/>
              <a:gd name="connsiteX19" fmla="*/ 376000 w 444795"/>
              <a:gd name="connsiteY19" fmla="*/ 39272 h 1570489"/>
              <a:gd name="connsiteX20" fmla="*/ 417583 w 444795"/>
              <a:gd name="connsiteY20" fmla="*/ 8436 h 15704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444795" h="1570489">
                <a:moveTo>
                  <a:pt x="444795" y="0"/>
                </a:moveTo>
                <a:lnTo>
                  <a:pt x="444795" y="1431629"/>
                </a:lnTo>
                <a:lnTo>
                  <a:pt x="178850" y="1570489"/>
                </a:lnTo>
                <a:lnTo>
                  <a:pt x="178440" y="1568924"/>
                </a:lnTo>
                <a:lnTo>
                  <a:pt x="161935" y="1564235"/>
                </a:lnTo>
                <a:lnTo>
                  <a:pt x="158071" y="1560758"/>
                </a:lnTo>
                <a:cubicBezTo>
                  <a:pt x="150700" y="1554075"/>
                  <a:pt x="143295" y="1547807"/>
                  <a:pt x="135376" y="1543060"/>
                </a:cubicBezTo>
                <a:cubicBezTo>
                  <a:pt x="126905" y="1595962"/>
                  <a:pt x="66600" y="1511412"/>
                  <a:pt x="73928" y="1560631"/>
                </a:cubicBezTo>
                <a:cubicBezTo>
                  <a:pt x="28933" y="1543756"/>
                  <a:pt x="47711" y="1595032"/>
                  <a:pt x="9019" y="1536706"/>
                </a:cubicBezTo>
                <a:lnTo>
                  <a:pt x="0" y="1535074"/>
                </a:lnTo>
                <a:lnTo>
                  <a:pt x="0" y="67986"/>
                </a:lnTo>
                <a:lnTo>
                  <a:pt x="39454" y="57721"/>
                </a:lnTo>
                <a:cubicBezTo>
                  <a:pt x="73377" y="51212"/>
                  <a:pt x="108602" y="47235"/>
                  <a:pt x="139617" y="36655"/>
                </a:cubicBezTo>
                <a:cubicBezTo>
                  <a:pt x="180799" y="76209"/>
                  <a:pt x="156173" y="38789"/>
                  <a:pt x="193778" y="44372"/>
                </a:cubicBezTo>
                <a:lnTo>
                  <a:pt x="261389" y="31962"/>
                </a:lnTo>
                <a:lnTo>
                  <a:pt x="274876" y="32819"/>
                </a:lnTo>
                <a:lnTo>
                  <a:pt x="280032" y="42429"/>
                </a:lnTo>
                <a:lnTo>
                  <a:pt x="284781" y="44216"/>
                </a:lnTo>
                <a:lnTo>
                  <a:pt x="300007" y="32158"/>
                </a:lnTo>
                <a:cubicBezTo>
                  <a:pt x="322467" y="25663"/>
                  <a:pt x="353078" y="40892"/>
                  <a:pt x="376000" y="39272"/>
                </a:cubicBezTo>
                <a:cubicBezTo>
                  <a:pt x="382977" y="23995"/>
                  <a:pt x="397501" y="15607"/>
                  <a:pt x="417583" y="8436"/>
                </a:cubicBezTo>
                <a:close/>
              </a:path>
            </a:pathLst>
          </a:custGeom>
          <a:blipFill dpi="0" rotWithShape="1">
            <a:blip r:embed="rId4">
              <a:alphaModFix amt="84000"/>
            </a:blip>
            <a:srcRect/>
            <a:tile tx="0" ty="0" sx="100000" sy="100000" flip="none" algn="tl"/>
          </a:blipFill>
          <a:ln>
            <a:noFill/>
          </a:ln>
          <a:effectLst>
            <a:outerShdw blurRad="63500" dist="12700" dir="8100000" algn="tr" rotWithShape="0">
              <a:prstClr val="black">
                <a:alpha val="32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83F1F4AA-08A3-4839-9435-CD3654E72B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74436" y="6388259"/>
            <a:ext cx="358083" cy="368964"/>
            <a:chOff x="4135740" y="1795926"/>
            <a:chExt cx="558732" cy="575710"/>
          </a:xfrm>
        </p:grpSpPr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0118FC23-1DB0-460E-A020-F5B4AA9BD49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4135740" y="1795926"/>
              <a:ext cx="558732" cy="575710"/>
              <a:chOff x="1028007" y="1706560"/>
              <a:chExt cx="575710" cy="575710"/>
            </a:xfrm>
          </p:grpSpPr>
          <p:cxnSp>
            <p:nvCxnSpPr>
              <p:cNvPr id="26" name="Straight Connector 25">
                <a:extLst>
                  <a:ext uri="{FF2B5EF4-FFF2-40B4-BE49-F238E27FC236}">
                    <a16:creationId xmlns:a16="http://schemas.microsoft.com/office/drawing/2014/main" id="{D031F938-0A57-4684-9695-AC64E1F2D0F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>
                <a:cxnSpLocks/>
              </p:cNvCxn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>
                <a:off x="1028007" y="1994415"/>
                <a:ext cx="575710" cy="0"/>
              </a:xfrm>
              <a:prstGeom prst="line">
                <a:avLst/>
              </a:prstGeom>
              <a:ln w="9525">
                <a:solidFill>
                  <a:srgbClr val="FFFFFF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Straight Connector 26">
                <a:extLst>
                  <a:ext uri="{FF2B5EF4-FFF2-40B4-BE49-F238E27FC236}">
                    <a16:creationId xmlns:a16="http://schemas.microsoft.com/office/drawing/2014/main" id="{89DC79AD-B2F7-4E3E-A720-7E2F23899EC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>
                <a:cxnSpLocks/>
              </p:cNvCxn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16200000">
                <a:off x="1028007" y="1994415"/>
                <a:ext cx="575710" cy="0"/>
              </a:xfrm>
              <a:prstGeom prst="line">
                <a:avLst/>
              </a:prstGeom>
              <a:ln w="9525">
                <a:solidFill>
                  <a:srgbClr val="FFFFFF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297CEF30-36B1-4E7F-A720-142F0B8CB1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336389" y="1946248"/>
              <a:ext cx="157434" cy="157434"/>
            </a:xfrm>
            <a:prstGeom prst="ellipse">
              <a:avLst/>
            </a:prstGeom>
            <a:noFill/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4" name="Imagen 3">
            <a:extLst>
              <a:ext uri="{FF2B5EF4-FFF2-40B4-BE49-F238E27FC236}">
                <a16:creationId xmlns:a16="http://schemas.microsoft.com/office/drawing/2014/main" id="{E37409F0-3786-C2B1-0D65-94FD51AA1BC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2519" y="1220923"/>
            <a:ext cx="10736424" cy="50656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6505484"/>
      </p:ext>
    </p:extLst>
  </p:cSld>
  <p:clrMapOvr>
    <a:masterClrMapping/>
  </p:clrMapOvr>
</p:sld>
</file>

<file path=ppt/theme/theme1.xml><?xml version="1.0" encoding="utf-8"?>
<a:theme xmlns:a="http://schemas.openxmlformats.org/drawingml/2006/main" name="StreetscapeVTI">
  <a:themeElements>
    <a:clrScheme name="AnalogousFromDarkSeedLeftStep">
      <a:dk1>
        <a:srgbClr val="000000"/>
      </a:dk1>
      <a:lt1>
        <a:srgbClr val="FFFFFF"/>
      </a:lt1>
      <a:dk2>
        <a:srgbClr val="1C2432"/>
      </a:dk2>
      <a:lt2>
        <a:srgbClr val="F2F3F0"/>
      </a:lt2>
      <a:accent1>
        <a:srgbClr val="844BC5"/>
      </a:accent1>
      <a:accent2>
        <a:srgbClr val="4842B7"/>
      </a:accent2>
      <a:accent3>
        <a:srgbClr val="4B78C5"/>
      </a:accent3>
      <a:accent4>
        <a:srgbClr val="3999B3"/>
      </a:accent4>
      <a:accent5>
        <a:srgbClr val="49C0A8"/>
      </a:accent5>
      <a:accent6>
        <a:srgbClr val="39B368"/>
      </a:accent6>
      <a:hlink>
        <a:srgbClr val="339A97"/>
      </a:hlink>
      <a:folHlink>
        <a:srgbClr val="7F7F7F"/>
      </a:folHlink>
    </a:clrScheme>
    <a:fontScheme name="Street">
      <a:majorFont>
        <a:latin typeface="Franklin Gothic Heavy"/>
        <a:ea typeface=""/>
        <a:cs typeface=""/>
      </a:majorFont>
      <a:minorFont>
        <a:latin typeface="Consola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treetscapeVTI" id="{B20F88EA-96D0-4E96-9207-A1488DAC5867}" vid="{3F7E5CFE-E584-4E58-A75E-141AC45B149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0</Words>
  <Application>Microsoft Office PowerPoint</Application>
  <PresentationFormat>Panorámica</PresentationFormat>
  <Paragraphs>0</Paragraphs>
  <Slides>3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</vt:i4>
      </vt:variant>
    </vt:vector>
  </HeadingPairs>
  <TitlesOfParts>
    <vt:vector size="7" baseType="lpstr">
      <vt:lpstr>Arial</vt:lpstr>
      <vt:lpstr>Consolas</vt:lpstr>
      <vt:lpstr>Franklin Gothic Heavy</vt:lpstr>
      <vt:lpstr>StreetscapeVTI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HEIDI PAMELA MARTINEZ MARTINEZ</dc:creator>
  <cp:lastModifiedBy>HEIDI PAMELA MARTINEZ MARTINEZ</cp:lastModifiedBy>
  <cp:revision>1</cp:revision>
  <dcterms:created xsi:type="dcterms:W3CDTF">2022-11-08T23:41:19Z</dcterms:created>
  <dcterms:modified xsi:type="dcterms:W3CDTF">2022-11-08T23:46:11Z</dcterms:modified>
</cp:coreProperties>
</file>