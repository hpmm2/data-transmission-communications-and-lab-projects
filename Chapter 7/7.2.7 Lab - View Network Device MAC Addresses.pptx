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0913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3139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4941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45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256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024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137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62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13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5011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461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10/18/2022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289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3C1207-D1C8-49E3-8837-E2B89D366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1" descr="Un patrón de acuarela abstracto azul sobre un fondo blanco">
            <a:extLst>
              <a:ext uri="{FF2B5EF4-FFF2-40B4-BE49-F238E27FC236}">
                <a16:creationId xmlns:a16="http://schemas.microsoft.com/office/drawing/2014/main" id="{91BA1C0E-E0FB-62EA-7CB3-2D94C581A5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14644" b="1086"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11" name="Graphic 10">
            <a:extLst>
              <a:ext uri="{FF2B5EF4-FFF2-40B4-BE49-F238E27FC236}">
                <a16:creationId xmlns:a16="http://schemas.microsoft.com/office/drawing/2014/main" id="{DA506264-FB1C-44D1-BC70-B754FFF99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53874" y="71460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Graphic 9">
            <a:extLst>
              <a:ext uri="{FF2B5EF4-FFF2-40B4-BE49-F238E27FC236}">
                <a16:creationId xmlns:a16="http://schemas.microsoft.com/office/drawing/2014/main" id="{E52F3FF4-54D2-42D9-98EC-88F86EA66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4538855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8">
            <a:extLst>
              <a:ext uri="{FF2B5EF4-FFF2-40B4-BE49-F238E27FC236}">
                <a16:creationId xmlns:a16="http://schemas.microsoft.com/office/drawing/2014/main" id="{7EBEEA28-1C39-47B7-B2A1-4176C07E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7611" y="5561011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1CDA62E-E83A-AB19-53EF-79860670C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413" y="842318"/>
            <a:ext cx="5319221" cy="520491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30916E5-F823-E092-CCFE-65D7831ED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360" y="842318"/>
            <a:ext cx="5326842" cy="514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911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3C1207-D1C8-49E3-8837-E2B89D366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1" descr="Un patrón de acuarela abstracto azul sobre un fondo blanco">
            <a:extLst>
              <a:ext uri="{FF2B5EF4-FFF2-40B4-BE49-F238E27FC236}">
                <a16:creationId xmlns:a16="http://schemas.microsoft.com/office/drawing/2014/main" id="{91BA1C0E-E0FB-62EA-7CB3-2D94C581A5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14644" b="1086"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11" name="Graphic 10">
            <a:extLst>
              <a:ext uri="{FF2B5EF4-FFF2-40B4-BE49-F238E27FC236}">
                <a16:creationId xmlns:a16="http://schemas.microsoft.com/office/drawing/2014/main" id="{DA506264-FB1C-44D1-BC70-B754FFF99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53874" y="71460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Graphic 9">
            <a:extLst>
              <a:ext uri="{FF2B5EF4-FFF2-40B4-BE49-F238E27FC236}">
                <a16:creationId xmlns:a16="http://schemas.microsoft.com/office/drawing/2014/main" id="{E52F3FF4-54D2-42D9-98EC-88F86EA66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4538855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8">
            <a:extLst>
              <a:ext uri="{FF2B5EF4-FFF2-40B4-BE49-F238E27FC236}">
                <a16:creationId xmlns:a16="http://schemas.microsoft.com/office/drawing/2014/main" id="{7EBEEA28-1C39-47B7-B2A1-4176C07E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7611" y="5561011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E098AD2-0C9F-5BEF-EEB0-B734C6AA4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43" y="778461"/>
            <a:ext cx="5311600" cy="519729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D3BF80B-F8DB-C280-CCA9-42DA1674D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145" y="507927"/>
            <a:ext cx="5319221" cy="573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0403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Univers</vt:lpstr>
      <vt:lpstr>GradientVTI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HEIDI PAMELA MARTINEZ MARTINEZ</dc:creator>
  <cp:lastModifiedBy>HEIDI PAMELA MARTINEZ MARTINEZ</cp:lastModifiedBy>
  <cp:revision>2</cp:revision>
  <dcterms:created xsi:type="dcterms:W3CDTF">2022-10-18T22:10:38Z</dcterms:created>
  <dcterms:modified xsi:type="dcterms:W3CDTF">2022-10-18T22:30:01Z</dcterms:modified>
</cp:coreProperties>
</file>