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FCBBA-905A-4FD1-BFBA-F3EE6DA2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098"/>
            <a:ext cx="8986580" cy="2832404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48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D287E-F1C8-463F-8429-D1B5B1582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63522"/>
            <a:ext cx="8986580" cy="65031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F44ED-7973-4A99-B2CA-A8962BCE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96F2-D6BE-49AC-A605-5AE87C3F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FC50-B13C-4B63-AE64-F71A6EDE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‹Nº›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75A547-BCD1-42BE-966E-53CA0AB93165}"/>
              </a:ext>
            </a:extLst>
          </p:cNvPr>
          <p:cNvCxnSpPr>
            <a:cxnSpLocks/>
          </p:cNvCxnSpPr>
          <p:nvPr/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215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D6F3-88F1-4195-8395-57AA096B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D06C-EB08-40B3-AFB3-A62F4411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962F-B413-4C4C-A490-724DDB9E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1813-4E87-4C04-835D-76246010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2BA3-033C-491E-A045-F0052AC1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867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19AD-2EDD-4B4F-9F9E-46A44418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09738"/>
            <a:ext cx="8520952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5927-21D5-4EBA-A112-CAD1BD38B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589466"/>
            <a:ext cx="8520952" cy="81326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F0D16-9D87-4D76-A5A5-534E24B7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F387-5AAC-45D0-ABCE-B1CF4BC7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F6FE-0006-4F40-A7FB-E0FDBADF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80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AADE-587E-4574-B21B-7ABDE5A2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9DA5-4DFB-4211-A58A-FFD842C27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339501"/>
            <a:ext cx="4798979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9F26-66AF-4614-91CE-C93A24BAC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020" y="2339501"/>
            <a:ext cx="4798980" cy="35505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F678E-59B5-4DF9-ABCB-506B9CB7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50A53-317B-444A-9BA2-F69CDBF5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269A1-B0FB-4C8F-B6AA-0718C9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95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BBBF-42B2-4A5D-B145-46983A53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33272"/>
            <a:ext cx="9905999" cy="846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4BE44-5271-4B5D-B649-35E3AF20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2067127"/>
            <a:ext cx="4798980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7891E-0C0A-4688-97DD-C0715E322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1" y="2864795"/>
            <a:ext cx="4798978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EAF30-3412-49B0-93D1-596CC2695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018" y="2067127"/>
            <a:ext cx="4798981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7B9B7-F41C-4314-9F0C-BB84547FB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019" y="2864795"/>
            <a:ext cx="4798982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1587F-6AFC-4906-86EB-6B0A86EE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BE2C5-583B-49BC-9864-B01EEF79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9B236-45F5-4CC6-8D53-A6903A1C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15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B206-0678-4577-B79F-760526A5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1322615"/>
            <a:ext cx="8175171" cy="42127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5FCB8-AFD3-4801-BBD6-9548F4CF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DACF8-CBC0-416B-B28E-EE18C423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C7421-FF49-4CE9-87D0-2B4FFE0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934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9CBFE-15AA-4447-9F9C-D8B0BEB2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48227-EC1E-4063-9682-891A2DB1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6A63-C3F4-4563-A542-9A41AC94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86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00C1-FE18-461C-801C-8626C775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0"/>
            <a:ext cx="3932237" cy="196498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CFF3-3406-49E3-9D5A-1BE90FFA5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51" y="987425"/>
            <a:ext cx="54215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D14FF-9082-4BBA-BC7A-F4C5B785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62464"/>
            <a:ext cx="3932237" cy="2206523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2726-EB8E-4DF7-9A1B-F03BD8C7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29BE-611C-4FE6-B0A5-E0FF9DF9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0B32-1D0E-4BCD-8850-59EA235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18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1460E-1069-4FCA-B04E-28F77C861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3614" y="987425"/>
            <a:ext cx="55353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38C1E-867B-4FE9-8783-9B1246AEB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57601"/>
            <a:ext cx="3932236" cy="2211388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21568-4870-46F2-9F7E-F410702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3CC65-0E73-45A1-9D4F-3F4559B3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C58CD-9BC3-431E-A7B4-D596A7F0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‹Nº›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8F756-D171-474C-8B1A-C818032F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1"/>
            <a:ext cx="3932236" cy="1959428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533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3BF2-BCE9-47D7-B1C0-1F0E4936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722E9-C3E4-48AF-996A-495AE659F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E516-382B-4845-93BF-20C16EE0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6E16-F168-442A-843C-5D490D54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61BEA-A969-437A-BD8B-CB1B709A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3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28449-3E11-45FF-BF3A-651867603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72500" y="870625"/>
            <a:ext cx="2476499" cy="50292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0EAB0-2DFA-4CBA-86B1-1826EF523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870625"/>
            <a:ext cx="7324928" cy="50292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2F89-E1F5-45D7-945A-8A2886C4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7E82-5FB8-4289-AD0C-0BA788E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4046-1A2C-41F5-A177-1C3919C2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0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C2F78B-DEE8-4195-A196-DFC51BDADFF9}"/>
              </a:ext>
            </a:extLst>
          </p:cNvPr>
          <p:cNvSpPr/>
          <p:nvPr/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D79D08-4BE8-4799-BE09-5078DFEE2256}"/>
              </a:ext>
            </a:extLst>
          </p:cNvPr>
          <p:cNvSpPr/>
          <p:nvPr/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5D65A1-16CB-407F-993F-2A6D59BCC0C8}"/>
              </a:ext>
            </a:extLst>
          </p:cNvPr>
          <p:cNvCxnSpPr>
            <a:cxnSpLocks/>
          </p:cNvCxnSpPr>
          <p:nvPr/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018A2-815D-41B0-A189-FDF7A5E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5"/>
            <a:ext cx="9905999" cy="1360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FAE63-1276-4C7C-BFF5-F5DF1CDB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332026"/>
            <a:ext cx="9905999" cy="3567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0268-2D73-487C-843B-51648AE18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8157" y="6356350"/>
            <a:ext cx="30933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10/18/2022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1E6D-D51F-4BD7-B59D-19AF17917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356350"/>
            <a:ext cx="39591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01B1-1C93-41C2-AEE1-815DEA51B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3186" y="6356350"/>
            <a:ext cx="6258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0798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029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D57F13B-6973-4CE9-92F3-5EC476ED9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 descr="Un salpicón de colores en una superficie blanca">
            <a:extLst>
              <a:ext uri="{FF2B5EF4-FFF2-40B4-BE49-F238E27FC236}">
                <a16:creationId xmlns:a16="http://schemas.microsoft.com/office/drawing/2014/main" id="{90CF307A-47DD-04B2-EC01-F16A26FF45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97" b="22603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BFB4B3A-F089-04D0-95FD-681E1E0B0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" y="815113"/>
            <a:ext cx="5334462" cy="522777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5B6F154-B8DE-F508-95F4-B6B8F4DC7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988" y="815113"/>
            <a:ext cx="5311600" cy="521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86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D57F13B-6973-4CE9-92F3-5EC476ED9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 descr="Un salpicón de colores en una superficie blanca">
            <a:extLst>
              <a:ext uri="{FF2B5EF4-FFF2-40B4-BE49-F238E27FC236}">
                <a16:creationId xmlns:a16="http://schemas.microsoft.com/office/drawing/2014/main" id="{90CF307A-47DD-04B2-EC01-F16A26FF45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97" b="22603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0D000AC-367A-18DB-5669-44F02E361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42" y="815113"/>
            <a:ext cx="5342083" cy="522777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3B2B2FC-A798-CFBB-24CE-42E00398C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961" y="815113"/>
            <a:ext cx="5334462" cy="525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54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D57F13B-6973-4CE9-92F3-5EC476ED9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 descr="Un salpicón de colores en una superficie blanca">
            <a:extLst>
              <a:ext uri="{FF2B5EF4-FFF2-40B4-BE49-F238E27FC236}">
                <a16:creationId xmlns:a16="http://schemas.microsoft.com/office/drawing/2014/main" id="{90CF307A-47DD-04B2-EC01-F16A26FF45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97" b="22603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0C362E6-DFB3-0FD7-E5B0-AFD7C4C48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67" y="822734"/>
            <a:ext cx="5342083" cy="525063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F9C38E5-E7C2-9AF2-C20C-A568EFED2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101" y="815113"/>
            <a:ext cx="5296359" cy="522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43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D57F13B-6973-4CE9-92F3-5EC476ED9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 descr="Un salpicón de colores en una superficie blanca">
            <a:extLst>
              <a:ext uri="{FF2B5EF4-FFF2-40B4-BE49-F238E27FC236}">
                <a16:creationId xmlns:a16="http://schemas.microsoft.com/office/drawing/2014/main" id="{90CF307A-47DD-04B2-EC01-F16A26FF45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97" b="22603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A6110AA-4C78-53B8-3FE5-DF7669729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90" y="788440"/>
            <a:ext cx="5326842" cy="525063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80B5DD1-7DB3-6A99-392A-26568A245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106" y="788440"/>
            <a:ext cx="5349704" cy="522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529672"/>
      </p:ext>
    </p:extLst>
  </p:cSld>
  <p:clrMapOvr>
    <a:masterClrMapping/>
  </p:clrMapOvr>
</p:sld>
</file>

<file path=ppt/theme/theme1.xml><?xml version="1.0" encoding="utf-8"?>
<a:theme xmlns:a="http://schemas.openxmlformats.org/drawingml/2006/main" name="RegattaVTI">
  <a:themeElements>
    <a:clrScheme name="AnalogousFromLightSeedLeftStep">
      <a:dk1>
        <a:srgbClr val="000000"/>
      </a:dk1>
      <a:lt1>
        <a:srgbClr val="FFFFFF"/>
      </a:lt1>
      <a:dk2>
        <a:srgbClr val="3B213A"/>
      </a:dk2>
      <a:lt2>
        <a:srgbClr val="E3E2E8"/>
      </a:lt2>
      <a:accent1>
        <a:srgbClr val="93A94E"/>
      </a:accent1>
      <a:accent2>
        <a:srgbClr val="B6A03C"/>
      </a:accent2>
      <a:accent3>
        <a:srgbClr val="EA8946"/>
      </a:accent3>
      <a:accent4>
        <a:srgbClr val="EB4E4F"/>
      </a:accent4>
      <a:accent5>
        <a:srgbClr val="EE6EA5"/>
      </a:accent5>
      <a:accent6>
        <a:srgbClr val="EB4ED2"/>
      </a:accent6>
      <a:hlink>
        <a:srgbClr val="7A69AE"/>
      </a:hlink>
      <a:folHlink>
        <a:srgbClr val="7F7F7F"/>
      </a:folHlink>
    </a:clrScheme>
    <a:fontScheme name="Walbaum Display">
      <a:majorFont>
        <a:latin typeface="Walbaum Display"/>
        <a:ea typeface=""/>
        <a:cs typeface=""/>
      </a:majorFont>
      <a:minorFont>
        <a:latin typeface="Walbaum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gattaVTI" id="{FFC3BCE5-6357-41D1-8E67-3F85B69D7E86}" vid="{893A6374-FE17-48E5-8B62-678C1B11AA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Panorámica</PresentationFormat>
  <Paragraphs>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Walbaum Display</vt:lpstr>
      <vt:lpstr>RegattaVTI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HEIDI PAMELA MARTINEZ MARTINEZ</dc:creator>
  <cp:lastModifiedBy>HEIDI PAMELA MARTINEZ MARTINEZ</cp:lastModifiedBy>
  <cp:revision>1</cp:revision>
  <dcterms:created xsi:type="dcterms:W3CDTF">2022-10-18T22:47:29Z</dcterms:created>
  <dcterms:modified xsi:type="dcterms:W3CDTF">2022-10-18T23:06:38Z</dcterms:modified>
</cp:coreProperties>
</file>