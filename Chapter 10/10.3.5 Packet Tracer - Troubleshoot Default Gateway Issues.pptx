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97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211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39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47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5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51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9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264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54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11/27/2022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96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11/27/2022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549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27" r:id="rId4"/>
    <p:sldLayoutId id="2147483728" r:id="rId5"/>
    <p:sldLayoutId id="2147483729" r:id="rId6"/>
    <p:sldLayoutId id="2147483734" r:id="rId7"/>
    <p:sldLayoutId id="2147483730" r:id="rId8"/>
    <p:sldLayoutId id="2147483731" r:id="rId9"/>
    <p:sldLayoutId id="2147483732" r:id="rId10"/>
    <p:sldLayoutId id="21474837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Freeform: Shape 14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3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34" name="Picture 1" descr="Nubes rosas y azules">
            <a:extLst>
              <a:ext uri="{FF2B5EF4-FFF2-40B4-BE49-F238E27FC236}">
                <a16:creationId xmlns:a16="http://schemas.microsoft.com/office/drawing/2014/main" id="{333AC49C-04E6-992D-4545-E83791B5CA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4101" r="-1" b="-1"/>
          <a:stretch/>
        </p:blipFill>
        <p:spPr>
          <a:xfrm>
            <a:off x="1530" y="10"/>
            <a:ext cx="12188941" cy="685799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4A8B138-C4C4-4AB8-8589-BEB7F7627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5" y="0"/>
            <a:ext cx="12192615" cy="6858000"/>
            <a:chOff x="-615" y="0"/>
            <a:chExt cx="12192615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3E9556-A0BA-4A94-8487-6A1005711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73375" y="2049205"/>
              <a:ext cx="365126" cy="36512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Graphic 9">
              <a:extLst>
                <a:ext uri="{FF2B5EF4-FFF2-40B4-BE49-F238E27FC236}">
                  <a16:creationId xmlns:a16="http://schemas.microsoft.com/office/drawing/2014/main" id="{4061F1E1-53FE-4B68-9C97-878669675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3B6EC6-D851-4EC9-9F2D-B4C0B25A3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615" y="2997654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2C387-E1FD-4E36-A894-EFBAB4DAB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403912"/>
              <a:ext cx="1424898" cy="2454088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F5CAA13-8956-4EF2-9D99-AAC882053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31593" y="1819321"/>
              <a:ext cx="460407" cy="1419452"/>
            </a:xfrm>
            <a:custGeom>
              <a:avLst/>
              <a:gdLst>
                <a:gd name="connsiteX0" fmla="*/ 460407 w 460407"/>
                <a:gd name="connsiteY0" fmla="*/ 0 h 1419452"/>
                <a:gd name="connsiteX1" fmla="*/ 460407 w 460407"/>
                <a:gd name="connsiteY1" fmla="*/ 1419452 h 1419452"/>
                <a:gd name="connsiteX2" fmla="*/ 450116 w 460407"/>
                <a:gd name="connsiteY2" fmla="*/ 1411963 h 1419452"/>
                <a:gd name="connsiteX3" fmla="*/ 0 w 460407"/>
                <a:gd name="connsiteY3" fmla="*/ 709726 h 1419452"/>
                <a:gd name="connsiteX4" fmla="*/ 450116 w 460407"/>
                <a:gd name="connsiteY4" fmla="*/ 7489 h 141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407" h="1419452">
                  <a:moveTo>
                    <a:pt x="460407" y="0"/>
                  </a:moveTo>
                  <a:lnTo>
                    <a:pt x="460407" y="1419452"/>
                  </a:lnTo>
                  <a:lnTo>
                    <a:pt x="450116" y="1411963"/>
                  </a:lnTo>
                  <a:cubicBezTo>
                    <a:pt x="360093" y="1345123"/>
                    <a:pt x="0" y="1056114"/>
                    <a:pt x="0" y="709726"/>
                  </a:cubicBezTo>
                  <a:cubicBezTo>
                    <a:pt x="0" y="363339"/>
                    <a:pt x="360093" y="74329"/>
                    <a:pt x="450116" y="7489"/>
                  </a:cubicBezTo>
                  <a:close/>
                </a:path>
              </a:pathLst>
            </a:custGeom>
            <a:pattFill prst="pct5">
              <a:fgClr>
                <a:schemeClr val="accent1">
                  <a:lumMod val="75000"/>
                </a:schemeClr>
              </a:fgClr>
              <a:bgClr>
                <a:schemeClr val="accent1">
                  <a:lumMod val="5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Graphic 9">
              <a:extLst>
                <a:ext uri="{FF2B5EF4-FFF2-40B4-BE49-F238E27FC236}">
                  <a16:creationId xmlns:a16="http://schemas.microsoft.com/office/drawing/2014/main" id="{447FF93B-9DE2-474F-AB23-81F3A4389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62F7A84-B313-48C2-A13E-D96D72729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613" y="4544623"/>
              <a:ext cx="1282383" cy="2223032"/>
            </a:xfrm>
            <a:custGeom>
              <a:avLst/>
              <a:gdLst>
                <a:gd name="connsiteX0" fmla="*/ 0 w 1282383"/>
                <a:gd name="connsiteY0" fmla="*/ 0 h 2223032"/>
                <a:gd name="connsiteX1" fmla="*/ 169235 w 1282383"/>
                <a:gd name="connsiteY1" fmla="*/ 0 h 2223032"/>
                <a:gd name="connsiteX2" fmla="*/ 1282383 w 1282383"/>
                <a:gd name="connsiteY2" fmla="*/ 1113149 h 2223032"/>
                <a:gd name="connsiteX3" fmla="*/ 1282383 w 1282383"/>
                <a:gd name="connsiteY3" fmla="*/ 2223032 h 2223032"/>
                <a:gd name="connsiteX4" fmla="*/ 172500 w 1282383"/>
                <a:gd name="connsiteY4" fmla="*/ 2223032 h 2223032"/>
                <a:gd name="connsiteX5" fmla="*/ 2977 w 1282383"/>
                <a:gd name="connsiteY5" fmla="*/ 2210207 h 2223032"/>
                <a:gd name="connsiteX6" fmla="*/ 0 w 1282383"/>
                <a:gd name="connsiteY6" fmla="*/ 2209520 h 222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2383" h="2223032">
                  <a:moveTo>
                    <a:pt x="0" y="0"/>
                  </a:moveTo>
                  <a:lnTo>
                    <a:pt x="169235" y="0"/>
                  </a:lnTo>
                  <a:cubicBezTo>
                    <a:pt x="784016" y="0"/>
                    <a:pt x="1282383" y="498367"/>
                    <a:pt x="1282383" y="1113149"/>
                  </a:cubicBezTo>
                  <a:lnTo>
                    <a:pt x="1282383" y="2223032"/>
                  </a:lnTo>
                  <a:lnTo>
                    <a:pt x="172500" y="2223032"/>
                  </a:lnTo>
                  <a:cubicBezTo>
                    <a:pt x="114864" y="2223032"/>
                    <a:pt x="58252" y="2218652"/>
                    <a:pt x="2977" y="2210207"/>
                  </a:cubicBezTo>
                  <a:lnTo>
                    <a:pt x="0" y="2209520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4D0D9C62-EA49-0F92-DD1D-96AA50DCE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68" y="848187"/>
            <a:ext cx="5250635" cy="52353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3302B62-B696-3DE3-114C-6C69E66CB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4236" y="844595"/>
            <a:ext cx="5334462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2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Freeform: Shape 14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3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34" name="Picture 1" descr="Nubes rosas y azules">
            <a:extLst>
              <a:ext uri="{FF2B5EF4-FFF2-40B4-BE49-F238E27FC236}">
                <a16:creationId xmlns:a16="http://schemas.microsoft.com/office/drawing/2014/main" id="{333AC49C-04E6-992D-4545-E83791B5CA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4101" r="-1" b="-1"/>
          <a:stretch/>
        </p:blipFill>
        <p:spPr>
          <a:xfrm>
            <a:off x="1530" y="10"/>
            <a:ext cx="12188941" cy="685799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4A8B138-C4C4-4AB8-8589-BEB7F7627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5" y="0"/>
            <a:ext cx="12192615" cy="6858000"/>
            <a:chOff x="-615" y="0"/>
            <a:chExt cx="12192615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3E9556-A0BA-4A94-8487-6A1005711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73375" y="2049205"/>
              <a:ext cx="365126" cy="36512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Graphic 9">
              <a:extLst>
                <a:ext uri="{FF2B5EF4-FFF2-40B4-BE49-F238E27FC236}">
                  <a16:creationId xmlns:a16="http://schemas.microsoft.com/office/drawing/2014/main" id="{4061F1E1-53FE-4B68-9C97-878669675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3B6EC6-D851-4EC9-9F2D-B4C0B25A3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615" y="2997654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2C387-E1FD-4E36-A894-EFBAB4DAB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403912"/>
              <a:ext cx="1424898" cy="2454088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F5CAA13-8956-4EF2-9D99-AAC882053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31593" y="1819321"/>
              <a:ext cx="460407" cy="1419452"/>
            </a:xfrm>
            <a:custGeom>
              <a:avLst/>
              <a:gdLst>
                <a:gd name="connsiteX0" fmla="*/ 460407 w 460407"/>
                <a:gd name="connsiteY0" fmla="*/ 0 h 1419452"/>
                <a:gd name="connsiteX1" fmla="*/ 460407 w 460407"/>
                <a:gd name="connsiteY1" fmla="*/ 1419452 h 1419452"/>
                <a:gd name="connsiteX2" fmla="*/ 450116 w 460407"/>
                <a:gd name="connsiteY2" fmla="*/ 1411963 h 1419452"/>
                <a:gd name="connsiteX3" fmla="*/ 0 w 460407"/>
                <a:gd name="connsiteY3" fmla="*/ 709726 h 1419452"/>
                <a:gd name="connsiteX4" fmla="*/ 450116 w 460407"/>
                <a:gd name="connsiteY4" fmla="*/ 7489 h 141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407" h="1419452">
                  <a:moveTo>
                    <a:pt x="460407" y="0"/>
                  </a:moveTo>
                  <a:lnTo>
                    <a:pt x="460407" y="1419452"/>
                  </a:lnTo>
                  <a:lnTo>
                    <a:pt x="450116" y="1411963"/>
                  </a:lnTo>
                  <a:cubicBezTo>
                    <a:pt x="360093" y="1345123"/>
                    <a:pt x="0" y="1056114"/>
                    <a:pt x="0" y="709726"/>
                  </a:cubicBezTo>
                  <a:cubicBezTo>
                    <a:pt x="0" y="363339"/>
                    <a:pt x="360093" y="74329"/>
                    <a:pt x="450116" y="7489"/>
                  </a:cubicBezTo>
                  <a:close/>
                </a:path>
              </a:pathLst>
            </a:custGeom>
            <a:pattFill prst="pct5">
              <a:fgClr>
                <a:schemeClr val="accent1">
                  <a:lumMod val="75000"/>
                </a:schemeClr>
              </a:fgClr>
              <a:bgClr>
                <a:schemeClr val="accent1">
                  <a:lumMod val="5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Graphic 9">
              <a:extLst>
                <a:ext uri="{FF2B5EF4-FFF2-40B4-BE49-F238E27FC236}">
                  <a16:creationId xmlns:a16="http://schemas.microsoft.com/office/drawing/2014/main" id="{447FF93B-9DE2-474F-AB23-81F3A4389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62F7A84-B313-48C2-A13E-D96D72729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613" y="4544623"/>
              <a:ext cx="1282383" cy="2223032"/>
            </a:xfrm>
            <a:custGeom>
              <a:avLst/>
              <a:gdLst>
                <a:gd name="connsiteX0" fmla="*/ 0 w 1282383"/>
                <a:gd name="connsiteY0" fmla="*/ 0 h 2223032"/>
                <a:gd name="connsiteX1" fmla="*/ 169235 w 1282383"/>
                <a:gd name="connsiteY1" fmla="*/ 0 h 2223032"/>
                <a:gd name="connsiteX2" fmla="*/ 1282383 w 1282383"/>
                <a:gd name="connsiteY2" fmla="*/ 1113149 h 2223032"/>
                <a:gd name="connsiteX3" fmla="*/ 1282383 w 1282383"/>
                <a:gd name="connsiteY3" fmla="*/ 2223032 h 2223032"/>
                <a:gd name="connsiteX4" fmla="*/ 172500 w 1282383"/>
                <a:gd name="connsiteY4" fmla="*/ 2223032 h 2223032"/>
                <a:gd name="connsiteX5" fmla="*/ 2977 w 1282383"/>
                <a:gd name="connsiteY5" fmla="*/ 2210207 h 2223032"/>
                <a:gd name="connsiteX6" fmla="*/ 0 w 1282383"/>
                <a:gd name="connsiteY6" fmla="*/ 2209520 h 222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2383" h="2223032">
                  <a:moveTo>
                    <a:pt x="0" y="0"/>
                  </a:moveTo>
                  <a:lnTo>
                    <a:pt x="169235" y="0"/>
                  </a:lnTo>
                  <a:cubicBezTo>
                    <a:pt x="784016" y="0"/>
                    <a:pt x="1282383" y="498367"/>
                    <a:pt x="1282383" y="1113149"/>
                  </a:cubicBezTo>
                  <a:lnTo>
                    <a:pt x="1282383" y="2223032"/>
                  </a:lnTo>
                  <a:lnTo>
                    <a:pt x="172500" y="2223032"/>
                  </a:lnTo>
                  <a:cubicBezTo>
                    <a:pt x="114864" y="2223032"/>
                    <a:pt x="58252" y="2218652"/>
                    <a:pt x="2977" y="2210207"/>
                  </a:cubicBezTo>
                  <a:lnTo>
                    <a:pt x="0" y="2209520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BE4BE0AC-8D30-8632-5CE9-9C056FA33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895235"/>
            <a:ext cx="5311600" cy="520491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C10D8DF-F928-ED7D-EA55-E699F94BB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977" y="895234"/>
            <a:ext cx="5311600" cy="520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296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Freeform: Shape 14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3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34" name="Picture 1" descr="Nubes rosas y azules">
            <a:extLst>
              <a:ext uri="{FF2B5EF4-FFF2-40B4-BE49-F238E27FC236}">
                <a16:creationId xmlns:a16="http://schemas.microsoft.com/office/drawing/2014/main" id="{333AC49C-04E6-992D-4545-E83791B5CA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4101" r="-1" b="-1"/>
          <a:stretch/>
        </p:blipFill>
        <p:spPr>
          <a:xfrm>
            <a:off x="1530" y="10"/>
            <a:ext cx="12188941" cy="685799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4A8B138-C4C4-4AB8-8589-BEB7F7627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5" y="0"/>
            <a:ext cx="12192615" cy="6858000"/>
            <a:chOff x="-615" y="0"/>
            <a:chExt cx="12192615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3E9556-A0BA-4A94-8487-6A1005711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73375" y="2049205"/>
              <a:ext cx="365126" cy="36512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Graphic 9">
              <a:extLst>
                <a:ext uri="{FF2B5EF4-FFF2-40B4-BE49-F238E27FC236}">
                  <a16:creationId xmlns:a16="http://schemas.microsoft.com/office/drawing/2014/main" id="{4061F1E1-53FE-4B68-9C97-878669675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3B6EC6-D851-4EC9-9F2D-B4C0B25A3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615" y="2997654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2C387-E1FD-4E36-A894-EFBAB4DAB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403912"/>
              <a:ext cx="1424898" cy="2454088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F5CAA13-8956-4EF2-9D99-AAC882053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31593" y="1819321"/>
              <a:ext cx="460407" cy="1419452"/>
            </a:xfrm>
            <a:custGeom>
              <a:avLst/>
              <a:gdLst>
                <a:gd name="connsiteX0" fmla="*/ 460407 w 460407"/>
                <a:gd name="connsiteY0" fmla="*/ 0 h 1419452"/>
                <a:gd name="connsiteX1" fmla="*/ 460407 w 460407"/>
                <a:gd name="connsiteY1" fmla="*/ 1419452 h 1419452"/>
                <a:gd name="connsiteX2" fmla="*/ 450116 w 460407"/>
                <a:gd name="connsiteY2" fmla="*/ 1411963 h 1419452"/>
                <a:gd name="connsiteX3" fmla="*/ 0 w 460407"/>
                <a:gd name="connsiteY3" fmla="*/ 709726 h 1419452"/>
                <a:gd name="connsiteX4" fmla="*/ 450116 w 460407"/>
                <a:gd name="connsiteY4" fmla="*/ 7489 h 141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407" h="1419452">
                  <a:moveTo>
                    <a:pt x="460407" y="0"/>
                  </a:moveTo>
                  <a:lnTo>
                    <a:pt x="460407" y="1419452"/>
                  </a:lnTo>
                  <a:lnTo>
                    <a:pt x="450116" y="1411963"/>
                  </a:lnTo>
                  <a:cubicBezTo>
                    <a:pt x="360093" y="1345123"/>
                    <a:pt x="0" y="1056114"/>
                    <a:pt x="0" y="709726"/>
                  </a:cubicBezTo>
                  <a:cubicBezTo>
                    <a:pt x="0" y="363339"/>
                    <a:pt x="360093" y="74329"/>
                    <a:pt x="450116" y="7489"/>
                  </a:cubicBezTo>
                  <a:close/>
                </a:path>
              </a:pathLst>
            </a:custGeom>
            <a:pattFill prst="pct5">
              <a:fgClr>
                <a:schemeClr val="accent1">
                  <a:lumMod val="75000"/>
                </a:schemeClr>
              </a:fgClr>
              <a:bgClr>
                <a:schemeClr val="accent1">
                  <a:lumMod val="5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Graphic 9">
              <a:extLst>
                <a:ext uri="{FF2B5EF4-FFF2-40B4-BE49-F238E27FC236}">
                  <a16:creationId xmlns:a16="http://schemas.microsoft.com/office/drawing/2014/main" id="{447FF93B-9DE2-474F-AB23-81F3A4389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62F7A84-B313-48C2-A13E-D96D72729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613" y="4544623"/>
              <a:ext cx="1282383" cy="2223032"/>
            </a:xfrm>
            <a:custGeom>
              <a:avLst/>
              <a:gdLst>
                <a:gd name="connsiteX0" fmla="*/ 0 w 1282383"/>
                <a:gd name="connsiteY0" fmla="*/ 0 h 2223032"/>
                <a:gd name="connsiteX1" fmla="*/ 169235 w 1282383"/>
                <a:gd name="connsiteY1" fmla="*/ 0 h 2223032"/>
                <a:gd name="connsiteX2" fmla="*/ 1282383 w 1282383"/>
                <a:gd name="connsiteY2" fmla="*/ 1113149 h 2223032"/>
                <a:gd name="connsiteX3" fmla="*/ 1282383 w 1282383"/>
                <a:gd name="connsiteY3" fmla="*/ 2223032 h 2223032"/>
                <a:gd name="connsiteX4" fmla="*/ 172500 w 1282383"/>
                <a:gd name="connsiteY4" fmla="*/ 2223032 h 2223032"/>
                <a:gd name="connsiteX5" fmla="*/ 2977 w 1282383"/>
                <a:gd name="connsiteY5" fmla="*/ 2210207 h 2223032"/>
                <a:gd name="connsiteX6" fmla="*/ 0 w 1282383"/>
                <a:gd name="connsiteY6" fmla="*/ 2209520 h 222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2383" h="2223032">
                  <a:moveTo>
                    <a:pt x="0" y="0"/>
                  </a:moveTo>
                  <a:lnTo>
                    <a:pt x="169235" y="0"/>
                  </a:lnTo>
                  <a:cubicBezTo>
                    <a:pt x="784016" y="0"/>
                    <a:pt x="1282383" y="498367"/>
                    <a:pt x="1282383" y="1113149"/>
                  </a:cubicBezTo>
                  <a:lnTo>
                    <a:pt x="1282383" y="2223032"/>
                  </a:lnTo>
                  <a:lnTo>
                    <a:pt x="172500" y="2223032"/>
                  </a:lnTo>
                  <a:cubicBezTo>
                    <a:pt x="114864" y="2223032"/>
                    <a:pt x="58252" y="2218652"/>
                    <a:pt x="2977" y="2210207"/>
                  </a:cubicBezTo>
                  <a:lnTo>
                    <a:pt x="0" y="2209520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7AD33D0F-8C1A-AD27-D414-219A44063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756521"/>
            <a:ext cx="5342083" cy="518967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6228E8F-2B6B-2104-FE76-FB9781FE6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695" y="759036"/>
            <a:ext cx="5303980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952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0" name="Freeform: Shape 14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31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3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34" name="Picture 1" descr="Nubes rosas y azules">
            <a:extLst>
              <a:ext uri="{FF2B5EF4-FFF2-40B4-BE49-F238E27FC236}">
                <a16:creationId xmlns:a16="http://schemas.microsoft.com/office/drawing/2014/main" id="{333AC49C-04E6-992D-4545-E83791B5CAC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4101" r="-1" b="-1"/>
          <a:stretch/>
        </p:blipFill>
        <p:spPr>
          <a:xfrm>
            <a:off x="1530" y="-38090"/>
            <a:ext cx="12188941" cy="685799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34A8B138-C4C4-4AB8-8589-BEB7F7627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5" y="0"/>
            <a:ext cx="12192615" cy="6858000"/>
            <a:chOff x="-615" y="0"/>
            <a:chExt cx="12192615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3E9556-A0BA-4A94-8487-6A1005711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73375" y="2049205"/>
              <a:ext cx="365126" cy="36512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Graphic 9">
              <a:extLst>
                <a:ext uri="{FF2B5EF4-FFF2-40B4-BE49-F238E27FC236}">
                  <a16:creationId xmlns:a16="http://schemas.microsoft.com/office/drawing/2014/main" id="{4061F1E1-53FE-4B68-9C97-878669675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3B6EC6-D851-4EC9-9F2D-B4C0B25A3F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615" y="2997654"/>
              <a:ext cx="823413" cy="1000074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6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2C387-E1FD-4E36-A894-EFBAB4DAB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403912"/>
              <a:ext cx="1424898" cy="2454088"/>
            </a:xfrm>
            <a:custGeom>
              <a:avLst/>
              <a:gdLst>
                <a:gd name="connsiteX0" fmla="*/ 0 w 2429360"/>
                <a:gd name="connsiteY0" fmla="*/ 0 h 4184064"/>
                <a:gd name="connsiteX1" fmla="*/ 329124 w 2429360"/>
                <a:gd name="connsiteY1" fmla="*/ 0 h 4184064"/>
                <a:gd name="connsiteX2" fmla="*/ 2429360 w 2429360"/>
                <a:gd name="connsiteY2" fmla="*/ 2100236 h 4184064"/>
                <a:gd name="connsiteX3" fmla="*/ 2429360 w 2429360"/>
                <a:gd name="connsiteY3" fmla="*/ 4184064 h 4184064"/>
                <a:gd name="connsiteX4" fmla="*/ 132331 w 2429360"/>
                <a:gd name="connsiteY4" fmla="*/ 4184064 h 4184064"/>
                <a:gd name="connsiteX5" fmla="*/ 120545 w 2429360"/>
                <a:gd name="connsiteY5" fmla="*/ 4183469 h 4184064"/>
                <a:gd name="connsiteX6" fmla="*/ 0 w 2429360"/>
                <a:gd name="connsiteY6" fmla="*/ 4165072 h 4184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29360" h="4184064">
                  <a:moveTo>
                    <a:pt x="0" y="0"/>
                  </a:moveTo>
                  <a:lnTo>
                    <a:pt x="329124" y="0"/>
                  </a:lnTo>
                  <a:cubicBezTo>
                    <a:pt x="1489065" y="0"/>
                    <a:pt x="2429360" y="940295"/>
                    <a:pt x="2429360" y="2100236"/>
                  </a:cubicBezTo>
                  <a:lnTo>
                    <a:pt x="2429360" y="4184064"/>
                  </a:lnTo>
                  <a:lnTo>
                    <a:pt x="132331" y="4184064"/>
                  </a:lnTo>
                  <a:lnTo>
                    <a:pt x="120545" y="4183469"/>
                  </a:lnTo>
                  <a:lnTo>
                    <a:pt x="0" y="4165072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F5CAA13-8956-4EF2-9D99-AAC882053B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31593" y="1819321"/>
              <a:ext cx="460407" cy="1419452"/>
            </a:xfrm>
            <a:custGeom>
              <a:avLst/>
              <a:gdLst>
                <a:gd name="connsiteX0" fmla="*/ 460407 w 460407"/>
                <a:gd name="connsiteY0" fmla="*/ 0 h 1419452"/>
                <a:gd name="connsiteX1" fmla="*/ 460407 w 460407"/>
                <a:gd name="connsiteY1" fmla="*/ 1419452 h 1419452"/>
                <a:gd name="connsiteX2" fmla="*/ 450116 w 460407"/>
                <a:gd name="connsiteY2" fmla="*/ 1411963 h 1419452"/>
                <a:gd name="connsiteX3" fmla="*/ 0 w 460407"/>
                <a:gd name="connsiteY3" fmla="*/ 709726 h 1419452"/>
                <a:gd name="connsiteX4" fmla="*/ 450116 w 460407"/>
                <a:gd name="connsiteY4" fmla="*/ 7489 h 1419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0407" h="1419452">
                  <a:moveTo>
                    <a:pt x="460407" y="0"/>
                  </a:moveTo>
                  <a:lnTo>
                    <a:pt x="460407" y="1419452"/>
                  </a:lnTo>
                  <a:lnTo>
                    <a:pt x="450116" y="1411963"/>
                  </a:lnTo>
                  <a:cubicBezTo>
                    <a:pt x="360093" y="1345123"/>
                    <a:pt x="0" y="1056114"/>
                    <a:pt x="0" y="709726"/>
                  </a:cubicBezTo>
                  <a:cubicBezTo>
                    <a:pt x="0" y="363339"/>
                    <a:pt x="360093" y="74329"/>
                    <a:pt x="450116" y="7489"/>
                  </a:cubicBezTo>
                  <a:close/>
                </a:path>
              </a:pathLst>
            </a:custGeom>
            <a:pattFill prst="pct5">
              <a:fgClr>
                <a:schemeClr val="accent1">
                  <a:lumMod val="75000"/>
                </a:schemeClr>
              </a:fgClr>
              <a:bgClr>
                <a:schemeClr val="accent1">
                  <a:lumMod val="5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28" name="Graphic 9">
              <a:extLst>
                <a:ext uri="{FF2B5EF4-FFF2-40B4-BE49-F238E27FC236}">
                  <a16:creationId xmlns:a16="http://schemas.microsoft.com/office/drawing/2014/main" id="{447FF93B-9DE2-474F-AB23-81F3A4389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62F7A84-B313-48C2-A13E-D96D727291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613" y="4544623"/>
              <a:ext cx="1282383" cy="2223032"/>
            </a:xfrm>
            <a:custGeom>
              <a:avLst/>
              <a:gdLst>
                <a:gd name="connsiteX0" fmla="*/ 0 w 1282383"/>
                <a:gd name="connsiteY0" fmla="*/ 0 h 2223032"/>
                <a:gd name="connsiteX1" fmla="*/ 169235 w 1282383"/>
                <a:gd name="connsiteY1" fmla="*/ 0 h 2223032"/>
                <a:gd name="connsiteX2" fmla="*/ 1282383 w 1282383"/>
                <a:gd name="connsiteY2" fmla="*/ 1113149 h 2223032"/>
                <a:gd name="connsiteX3" fmla="*/ 1282383 w 1282383"/>
                <a:gd name="connsiteY3" fmla="*/ 2223032 h 2223032"/>
                <a:gd name="connsiteX4" fmla="*/ 172500 w 1282383"/>
                <a:gd name="connsiteY4" fmla="*/ 2223032 h 2223032"/>
                <a:gd name="connsiteX5" fmla="*/ 2977 w 1282383"/>
                <a:gd name="connsiteY5" fmla="*/ 2210207 h 2223032"/>
                <a:gd name="connsiteX6" fmla="*/ 0 w 1282383"/>
                <a:gd name="connsiteY6" fmla="*/ 2209520 h 222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82383" h="2223032">
                  <a:moveTo>
                    <a:pt x="0" y="0"/>
                  </a:moveTo>
                  <a:lnTo>
                    <a:pt x="169235" y="0"/>
                  </a:lnTo>
                  <a:cubicBezTo>
                    <a:pt x="784016" y="0"/>
                    <a:pt x="1282383" y="498367"/>
                    <a:pt x="1282383" y="1113149"/>
                  </a:cubicBezTo>
                  <a:lnTo>
                    <a:pt x="1282383" y="2223032"/>
                  </a:lnTo>
                  <a:lnTo>
                    <a:pt x="172500" y="2223032"/>
                  </a:lnTo>
                  <a:cubicBezTo>
                    <a:pt x="114864" y="2223032"/>
                    <a:pt x="58252" y="2218652"/>
                    <a:pt x="2977" y="2210207"/>
                  </a:cubicBezTo>
                  <a:lnTo>
                    <a:pt x="0" y="2209520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70583316-7E5B-E09D-7CEC-4A5239770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09" y="756521"/>
            <a:ext cx="5296359" cy="519729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BDBC64-E61A-5705-D219-82BD3D86CB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302" y="756521"/>
            <a:ext cx="5311600" cy="5197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92569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LightSeedLeftStep">
      <a:dk1>
        <a:srgbClr val="000000"/>
      </a:dk1>
      <a:lt1>
        <a:srgbClr val="FFFFFF"/>
      </a:lt1>
      <a:dk2>
        <a:srgbClr val="242B41"/>
      </a:dk2>
      <a:lt2>
        <a:srgbClr val="E2E8E2"/>
      </a:lt2>
      <a:accent1>
        <a:srgbClr val="D18BD1"/>
      </a:accent1>
      <a:accent2>
        <a:srgbClr val="A471C7"/>
      </a:accent2>
      <a:accent3>
        <a:srgbClr val="978BD1"/>
      </a:accent3>
      <a:accent4>
        <a:srgbClr val="7186C7"/>
      </a:accent4>
      <a:accent5>
        <a:srgbClr val="71AAC7"/>
      </a:accent5>
      <a:accent6>
        <a:srgbClr val="65B1AB"/>
      </a:accent6>
      <a:hlink>
        <a:srgbClr val="568F57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Panorámica</PresentationFormat>
  <Paragraphs>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Gill Sans Nova</vt:lpstr>
      <vt:lpstr>TropicVTI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HEIDI PAMELA MARTINEZ MARTINEZ</dc:creator>
  <cp:lastModifiedBy>HEIDI PAMELA MARTINEZ MARTINEZ</cp:lastModifiedBy>
  <cp:revision>2</cp:revision>
  <dcterms:created xsi:type="dcterms:W3CDTF">2022-11-28T02:47:49Z</dcterms:created>
  <dcterms:modified xsi:type="dcterms:W3CDTF">2022-11-28T03:08:38Z</dcterms:modified>
</cp:coreProperties>
</file>