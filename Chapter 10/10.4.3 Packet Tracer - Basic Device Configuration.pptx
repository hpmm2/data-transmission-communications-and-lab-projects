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96F2-02BD-E71F-EFBD-14FECCF2D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7172325" cy="3152251"/>
          </a:xfrm>
        </p:spPr>
        <p:txBody>
          <a:bodyPr anchor="b"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90113-E8E1-4E48-41BC-583802BF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0137"/>
            <a:ext cx="7172325" cy="112236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7EE5-BFF0-D779-4261-E239DB45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89492-34ED-FE24-4F29-E4C8F549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0C886-7F1E-7BC1-9A9E-B24C2AC2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4AEE6-9CA7-5247-DC34-99634247DF50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660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32FD-157B-437C-E9D5-B66E8B3B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90A51-A7E8-7A6A-5FD0-F9B250BE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C8B8-F999-7D95-435D-17CE6ACC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7265-C89C-937F-1DA3-F377F6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B89E-4530-3632-3485-F481DB0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21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056A-761D-1DBC-276A-2A46D153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13" y="1355763"/>
            <a:ext cx="6972300" cy="225579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904B3-6AC1-19D5-3EAE-2009A3B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921820"/>
            <a:ext cx="5524500" cy="11509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2A86D-493D-5BF6-8AA6-F1231E3B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CCD76-6623-164A-7BFA-207AFA05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4312-1F20-5486-62B0-A8BB8829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03F1C9-9114-4426-6F07-F7FF9CCD5FC4}"/>
              </a:ext>
            </a:extLst>
          </p:cNvPr>
          <p:cNvCxnSpPr>
            <a:cxnSpLocks/>
          </p:cNvCxnSpPr>
          <p:nvPr/>
        </p:nvCxnSpPr>
        <p:spPr>
          <a:xfrm>
            <a:off x="1638300" y="459663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49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FC4C-4D16-E5A8-F934-8B158F6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DE54-F935-945D-3E4F-B659695E8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2500" y="2286002"/>
            <a:ext cx="5067300" cy="38909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F3710-E06B-05DE-937A-C92E52569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86001"/>
            <a:ext cx="5067300" cy="38909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02EFD-42D3-11C1-677E-0E478B9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C2F08-0D93-B14B-6106-2925DF3E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DE81-F2AB-CCB9-8B68-5E4F31011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00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D81B-4E36-1511-E9A7-8FB931B4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04888"/>
            <a:ext cx="10287000" cy="9001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A73DE-183B-9473-20AD-2D3BFED8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1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0FB3D-60AC-DEF2-4472-31B4E076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1" y="3048001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E5BDB-B29C-788F-E2FB-6C154E8FE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174" y="2085959"/>
            <a:ext cx="4886325" cy="590566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3FF49-3276-24CA-BC81-FA92C0A9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3174" y="3048000"/>
            <a:ext cx="4886325" cy="32226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FA1C8-C196-9BE1-F603-3FC17EDD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79692-E142-E1D7-AD17-30C5F136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0FCF2-7B78-2A2A-F878-58335FE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2D0356-1ECF-682B-F87A-811BDD28B2CB}"/>
              </a:ext>
            </a:extLst>
          </p:cNvPr>
          <p:cNvCxnSpPr>
            <a:cxnSpLocks/>
          </p:cNvCxnSpPr>
          <p:nvPr/>
        </p:nvCxnSpPr>
        <p:spPr>
          <a:xfrm>
            <a:off x="1052513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6CA06-9701-E645-C0A5-594B227B288F}"/>
              </a:ext>
            </a:extLst>
          </p:cNvPr>
          <p:cNvCxnSpPr>
            <a:cxnSpLocks/>
          </p:cNvCxnSpPr>
          <p:nvPr/>
        </p:nvCxnSpPr>
        <p:spPr>
          <a:xfrm>
            <a:off x="6435725" y="2876817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34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4DA-C0D4-E152-7F42-F6352C96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14400"/>
            <a:ext cx="97155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2AA04-1E84-460C-F560-A228F930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260E-3910-7D1B-5074-24F5F0AB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020F1-A878-9B80-6B4F-7D71406B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52D6-7AE9-3E3B-5C1B-2B4399B1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7127E-2A63-6F45-4C40-8358436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FB79-D9D1-5381-0019-E24F8B4D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66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23B5-7DA9-0E4F-DA39-4624DB8A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69065"/>
            <a:ext cx="3266536" cy="2312979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5E77-518A-1FB9-B473-E19CADE0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423" y="987425"/>
            <a:ext cx="5615077" cy="4873625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5344F-7D06-2406-D113-D24587835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47801"/>
            <a:ext cx="3266536" cy="23828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E708-BAD0-A0A6-9332-9D2179E6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70050-9362-4EC4-6B73-3A38445B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DA991-8608-CAB4-33FA-03D380D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6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B837-332D-9100-E007-7DE27948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385457"/>
            <a:ext cx="3312543" cy="2304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E983-0B0E-07CC-8C57-4EA529E27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24423" y="957263"/>
            <a:ext cx="5372189" cy="4962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AB867-3FC6-5007-61B0-D9B7E5B0C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0" y="3958315"/>
            <a:ext cx="3312542" cy="196147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C7E0F-BFE1-7134-163B-B777970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95D0B-4F98-F3BE-FB23-22D8C5D4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2E3D-2188-B7A9-0ECE-9781473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1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4143-3C41-D626-8F64-36A9C9F1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914400"/>
            <a:ext cx="996279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2C4FB-B560-A0FC-6435-952981BC9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2285997"/>
            <a:ext cx="9962791" cy="38909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EC4F-0A90-11E2-E43E-B9E765AF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A5B4-1D77-B0AC-49E7-CAE9556B1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6EF9-2FDA-8E87-D546-8840CEB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4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85AB7-38B3-7F80-0B2D-7960F563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24513" y="1052423"/>
            <a:ext cx="1771292" cy="49170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DBDC3-E9EA-8699-B2E4-4C778445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14" y="1052424"/>
            <a:ext cx="7873043" cy="49170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DBEDE-3A67-6FCA-25F3-B91F7C82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12/4/2022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F51-4318-20EA-3A3A-8FE203B1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9703-5BAD-DE95-98D9-0F30E7C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258B98-3BD5-0A20-B0E7-944EAEB2654A}"/>
              </a:ext>
            </a:extLst>
          </p:cNvPr>
          <p:cNvSpPr/>
          <p:nvPr/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404C1-E8A5-65FC-C068-21EA0397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57238"/>
            <a:ext cx="10287000" cy="1147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CFD78-F171-BA47-AAF3-C6EB75F9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285997"/>
            <a:ext cx="10287000" cy="389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5A77-B1AB-D608-A6C5-F0F99B69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68087" y="4756249"/>
            <a:ext cx="24763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12/4/2022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E34E5-5E9B-7786-05B5-B93241EE2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89519" y="1758059"/>
            <a:ext cx="2433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5CD4B-611E-32FA-419D-326099EEF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542" y="3246437"/>
            <a:ext cx="5333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A0289F9E-9962-4B7B-BA18-A15907CCC6B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5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2120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496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E9D7B4-B303-418D-82A2-7990FD75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Patrones coloridos en el cielo">
            <a:extLst>
              <a:ext uri="{FF2B5EF4-FFF2-40B4-BE49-F238E27FC236}">
                <a16:creationId xmlns:a16="http://schemas.microsoft.com/office/drawing/2014/main" id="{C28E78F9-626C-E4AF-52E7-D39BE7B79F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38" b="1019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C880D1-7443-E1A7-8D10-15EFCD36C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37234"/>
            <a:ext cx="12192000" cy="3120766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C40E679-F0D9-7526-0EDD-56593144E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592" y="748743"/>
            <a:ext cx="5265876" cy="51972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5EBE6E-6FF5-1385-1244-EECB0858E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56" y="818924"/>
            <a:ext cx="5288738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E9D7B4-B303-418D-82A2-7990FD75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Patrones coloridos en el cielo">
            <a:extLst>
              <a:ext uri="{FF2B5EF4-FFF2-40B4-BE49-F238E27FC236}">
                <a16:creationId xmlns:a16="http://schemas.microsoft.com/office/drawing/2014/main" id="{C28E78F9-626C-E4AF-52E7-D39BE7B79F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38" b="10193"/>
          <a:stretch/>
        </p:blipFill>
        <p:spPr>
          <a:xfrm>
            <a:off x="20" y="-3809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C880D1-7443-E1A7-8D10-15EFCD36C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37234"/>
            <a:ext cx="12192000" cy="3120766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7470E6-5459-86E5-113A-9EB4A2E59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830355"/>
            <a:ext cx="5273497" cy="519729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145222C-919F-D1DB-E9AF-D180FCBDF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409" y="761777"/>
            <a:ext cx="5349704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0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258B98-3BD5-0A20-B0E7-944EAEB2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10612"/>
            <a:ext cx="12192000" cy="3347388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E9D7B4-B303-418D-82A2-7990FD75E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Patrones coloridos en el cielo">
            <a:extLst>
              <a:ext uri="{FF2B5EF4-FFF2-40B4-BE49-F238E27FC236}">
                <a16:creationId xmlns:a16="http://schemas.microsoft.com/office/drawing/2014/main" id="{C28E78F9-626C-E4AF-52E7-D39BE7B79F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38" b="10193"/>
          <a:stretch/>
        </p:blipFill>
        <p:spPr>
          <a:xfrm>
            <a:off x="20" y="-11429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C880D1-7443-E1A7-8D10-15EFCD36C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37234"/>
            <a:ext cx="12192000" cy="3120766"/>
          </a:xfrm>
          <a:prstGeom prst="rect">
            <a:avLst/>
          </a:pr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D256AA-AA19-B9D5-1792-11D887563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410" y="722070"/>
            <a:ext cx="5303980" cy="5250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182125E-9646-38C9-7B54-9DCF65125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14" y="722070"/>
            <a:ext cx="5319221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97530"/>
      </p:ext>
    </p:extLst>
  </p:cSld>
  <p:clrMapOvr>
    <a:masterClrMapping/>
  </p:clrMapOvr>
</p:sld>
</file>

<file path=ppt/theme/theme1.xml><?xml version="1.0" encoding="utf-8"?>
<a:theme xmlns:a="http://schemas.openxmlformats.org/drawingml/2006/main" name="Afterglow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7"/>
      </a:lt2>
      <a:accent1>
        <a:srgbClr val="7DAD88"/>
      </a:accent1>
      <a:accent2>
        <a:srgbClr val="6FAC96"/>
      </a:accent2>
      <a:accent3>
        <a:srgbClr val="7DA9AC"/>
      </a:accent3>
      <a:accent4>
        <a:srgbClr val="7B9EBE"/>
      </a:accent4>
      <a:accent5>
        <a:srgbClr val="9399CA"/>
      </a:accent5>
      <a:accent6>
        <a:srgbClr val="8F7BBE"/>
      </a:accent6>
      <a:hlink>
        <a:srgbClr val="AE699F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glowVTI" id="{804DBEB7-1920-4C72-A0CB-091339F1875F}" vid="{D4C59F5A-9ECA-4C96-BDFD-0606A75324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Trade Gothic Next Cond</vt:lpstr>
      <vt:lpstr>Trade Gothic Next Light</vt:lpstr>
      <vt:lpstr>AfterglowVTI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2</cp:revision>
  <dcterms:created xsi:type="dcterms:W3CDTF">2022-11-28T03:21:12Z</dcterms:created>
  <dcterms:modified xsi:type="dcterms:W3CDTF">2022-12-05T06:56:49Z</dcterms:modified>
</cp:coreProperties>
</file>