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0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9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2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4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0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2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44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33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9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3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11/27/2022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364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8" r:id="rId6"/>
    <p:sldLayoutId id="2147483664" r:id="rId7"/>
    <p:sldLayoutId id="2147483665" r:id="rId8"/>
    <p:sldLayoutId id="2147483666" r:id="rId9"/>
    <p:sldLayoutId id="2147483667" r:id="rId10"/>
    <p:sldLayoutId id="214748366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A565D8-E642-4598-BD4F-7ED84917B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patrón de acuarela abstracto azul sobre un fondo blanco">
            <a:extLst>
              <a:ext uri="{FF2B5EF4-FFF2-40B4-BE49-F238E27FC236}">
                <a16:creationId xmlns:a16="http://schemas.microsoft.com/office/drawing/2014/main" id="{F2E09F2A-51EA-5B87-6CD1-FFEC654A6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EAC704-1991-326C-07DE-42613A3C4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91" y="742567"/>
            <a:ext cx="5296359" cy="52049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7B1029-095F-7A37-5BB0-076C7DAE5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28" y="723516"/>
            <a:ext cx="5296359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3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A565D8-E642-4598-BD4F-7ED84917B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patrón de acuarela abstracto azul sobre un fondo blanco">
            <a:extLst>
              <a:ext uri="{FF2B5EF4-FFF2-40B4-BE49-F238E27FC236}">
                <a16:creationId xmlns:a16="http://schemas.microsoft.com/office/drawing/2014/main" id="{F2E09F2A-51EA-5B87-6CD1-FFEC654A6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2FECD7B-3FAD-C12E-E38B-2B48862E3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8" y="834165"/>
            <a:ext cx="5296359" cy="518967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904BD03-B216-7F05-57D4-6AF92022F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815113"/>
            <a:ext cx="5265876" cy="5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31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A565D8-E642-4598-BD4F-7ED84917B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patrón de acuarela abstracto azul sobre un fondo blanco">
            <a:extLst>
              <a:ext uri="{FF2B5EF4-FFF2-40B4-BE49-F238E27FC236}">
                <a16:creationId xmlns:a16="http://schemas.microsoft.com/office/drawing/2014/main" id="{F2E09F2A-51EA-5B87-6CD1-FFEC654A6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9F48740-8581-DDBF-0437-F8798D0AA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22" y="745989"/>
            <a:ext cx="5303980" cy="52353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CD82892-0302-A932-0B95-2CA7E1C1F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45989"/>
            <a:ext cx="5319221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2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8A565D8-E642-4598-BD4F-7ED84917B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patrón de acuarela abstracto azul sobre un fondo blanco">
            <a:extLst>
              <a:ext uri="{FF2B5EF4-FFF2-40B4-BE49-F238E27FC236}">
                <a16:creationId xmlns:a16="http://schemas.microsoft.com/office/drawing/2014/main" id="{F2E09F2A-51EA-5B87-6CD1-FFEC654A6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F10521C-6049-8300-D333-C0AEFA7B2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49" y="731137"/>
            <a:ext cx="5311600" cy="52277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D61E35-D09B-161D-BD23-768888FE0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24" y="731137"/>
            <a:ext cx="5265876" cy="51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36440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Georgia Pro Light</vt:lpstr>
      <vt:lpstr>VaultVTI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2022-11-28T02:02:44Z</dcterms:created>
  <dcterms:modified xsi:type="dcterms:W3CDTF">2022-11-28T02:46:34Z</dcterms:modified>
</cp:coreProperties>
</file>