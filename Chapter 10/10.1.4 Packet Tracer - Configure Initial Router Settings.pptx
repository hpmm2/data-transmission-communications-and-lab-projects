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anchor="t">
            <a:noAutofit/>
          </a:bodyPr>
          <a:lstStyle>
            <a:lvl1pPr algn="l">
              <a:defRPr sz="6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455621"/>
            <a:ext cx="9288096" cy="1435331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74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686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007D-9B1D-4E2C-B38F-29C68209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9127"/>
            <a:ext cx="9272260" cy="3472874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0C51B-B525-4032-9D08-2978D7367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939" y="4572000"/>
            <a:ext cx="9272262" cy="1320801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472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9890066" cy="12942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830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84333"/>
            <a:ext cx="9949455" cy="838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408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656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8B02B-A32A-4383-BBC7-0C383390A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F7E77-47E0-4F9E-9148-8D0C59C0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005A2-ECF0-4759-A17B-FDECE806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483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DD4B-5676-477E-8C52-4C1CF160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4448"/>
            <a:ext cx="3785860" cy="1554362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A3E63-EB15-4D82-BF2B-36BB030C4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0" y="922689"/>
            <a:ext cx="548600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E994E-BAB7-43DC-A0E4-C779CF2A3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701254"/>
            <a:ext cx="3785860" cy="31677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EFAAA-1B70-42AA-ADCC-F49B5813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7B6CC-1C13-4F34-AC86-CCD442C8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1B638-9061-41AD-AF47-73A4AF8B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154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3C43-1676-4A29-83F9-D788ED2E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7280"/>
            <a:ext cx="3785860" cy="1559740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4A903-97C7-4349-B8CE-1BBED1942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4500" y="1143000"/>
            <a:ext cx="54864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A9F58-4AEB-4286-98F7-3C77AA913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697480"/>
            <a:ext cx="3785860" cy="30934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55A58-F085-4500-AF61-045B12C8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36470-561D-49AE-AC84-B79D483F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F2BE2-DF21-4683-9D5F-849A525F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63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C900-05BC-4021-B69F-2DAF974B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6E227-253A-44A0-9404-1CFD8CE41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752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CF945-D70F-49C1-8CE5-5758C1166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2100" y="1091381"/>
            <a:ext cx="2171700" cy="4953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DB721-04AA-4330-8045-3F2D9BB4B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091381"/>
            <a:ext cx="8265340" cy="4953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18C15-991C-4C71-8DCD-DB3B3888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28CC3-5830-4EFA-B28E-1648904DE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A91B6-E419-4483-9B66-3C758788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447C6A-78C3-4687-9A71-A05DBF6700DE}"/>
              </a:ext>
            </a:extLst>
          </p:cNvPr>
          <p:cNvCxnSpPr>
            <a:cxnSpLocks/>
          </p:cNvCxnSpPr>
          <p:nvPr/>
        </p:nvCxnSpPr>
        <p:spPr>
          <a:xfrm>
            <a:off x="11387805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246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12942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447778"/>
            <a:ext cx="9922764" cy="3838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15200" y="6389688"/>
            <a:ext cx="3695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1E45834-53BD-4C8F-B791-CD5378F4150E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940" y="6389688"/>
            <a:ext cx="4433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190" y="6389688"/>
            <a:ext cx="9402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19D7796-F675-488F-AC46-C88938C80352}" type="slidenum">
              <a:rPr lang="en-US" smtClean="0"/>
              <a:t>‹Nº›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8689CE0-64D2-447C-9C1F-872D111D8AC3}"/>
              </a:ext>
            </a:extLst>
          </p:cNvPr>
          <p:cNvCxnSpPr>
            <a:cxnSpLocks/>
          </p:cNvCxnSpPr>
          <p:nvPr/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5648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" name="Straight Connector 6">
            <a:extLst>
              <a:ext uri="{FF2B5EF4-FFF2-40B4-BE49-F238E27FC236}">
                <a16:creationId xmlns:a16="http://schemas.microsoft.com/office/drawing/2014/main" id="{D8689CE0-64D2-447C-9C1F-872D111D8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6" name="Rectangle 8">
            <a:extLst>
              <a:ext uri="{FF2B5EF4-FFF2-40B4-BE49-F238E27FC236}">
                <a16:creationId xmlns:a16="http://schemas.microsoft.com/office/drawing/2014/main" id="{7F4B56DE-F333-419E-9A4D-3E78936B0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7" name="Picture 1" descr="Líneas conectadas formando un fondo de polígonos">
            <a:extLst>
              <a:ext uri="{FF2B5EF4-FFF2-40B4-BE49-F238E27FC236}">
                <a16:creationId xmlns:a16="http://schemas.microsoft.com/office/drawing/2014/main" id="{02EF83B3-D377-BD85-1DC4-4C9E04E952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16" b="5715"/>
          <a:stretch/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589E83-731D-4647-A7D8-D34793BDE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7244"/>
            <a:ext cx="804195" cy="0"/>
          </a:xfrm>
          <a:prstGeom prst="line">
            <a:avLst/>
          </a:prstGeom>
          <a:ln w="762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>
            <a:extLst>
              <a:ext uri="{FF2B5EF4-FFF2-40B4-BE49-F238E27FC236}">
                <a16:creationId xmlns:a16="http://schemas.microsoft.com/office/drawing/2014/main" id="{D7688DDC-0360-9F40-A7F7-EDAA883CA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097" y="822734"/>
            <a:ext cx="5319221" cy="5212532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C279FE1C-2815-8AED-954A-E729A6A0D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7591" y="822734"/>
            <a:ext cx="5334462" cy="525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274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" name="Straight Connector 6">
            <a:extLst>
              <a:ext uri="{FF2B5EF4-FFF2-40B4-BE49-F238E27FC236}">
                <a16:creationId xmlns:a16="http://schemas.microsoft.com/office/drawing/2014/main" id="{D8689CE0-64D2-447C-9C1F-872D111D8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6" name="Rectangle 8">
            <a:extLst>
              <a:ext uri="{FF2B5EF4-FFF2-40B4-BE49-F238E27FC236}">
                <a16:creationId xmlns:a16="http://schemas.microsoft.com/office/drawing/2014/main" id="{7F4B56DE-F333-419E-9A4D-3E78936B0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7" name="Picture 1" descr="Líneas conectadas formando un fondo de polígonos">
            <a:extLst>
              <a:ext uri="{FF2B5EF4-FFF2-40B4-BE49-F238E27FC236}">
                <a16:creationId xmlns:a16="http://schemas.microsoft.com/office/drawing/2014/main" id="{02EF83B3-D377-BD85-1DC4-4C9E04E952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16" b="5715"/>
          <a:stretch/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589E83-731D-4647-A7D8-D34793BDE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7244"/>
            <a:ext cx="804195" cy="0"/>
          </a:xfrm>
          <a:prstGeom prst="line">
            <a:avLst/>
          </a:prstGeom>
          <a:ln w="762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EB7977F7-21FF-E8B4-28A1-8F448D18B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82" y="934701"/>
            <a:ext cx="5334462" cy="520491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CFE13F0-8236-64A4-FC3E-3897B10F8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6" y="934701"/>
            <a:ext cx="5258256" cy="521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95425"/>
      </p:ext>
    </p:extLst>
  </p:cSld>
  <p:clrMapOvr>
    <a:masterClrMapping/>
  </p:clrMapOvr>
</p:sld>
</file>

<file path=ppt/theme/theme1.xml><?xml version="1.0" encoding="utf-8"?>
<a:theme xmlns:a="http://schemas.openxmlformats.org/drawingml/2006/main" name="BjornVTI">
  <a:themeElements>
    <a:clrScheme name="AnalogousFromLightSeedRightStep">
      <a:dk1>
        <a:srgbClr val="000000"/>
      </a:dk1>
      <a:lt1>
        <a:srgbClr val="FFFFFF"/>
      </a:lt1>
      <a:dk2>
        <a:srgbClr val="412524"/>
      </a:dk2>
      <a:lt2>
        <a:srgbClr val="E2E8E8"/>
      </a:lt2>
      <a:accent1>
        <a:srgbClr val="C69896"/>
      </a:accent1>
      <a:accent2>
        <a:srgbClr val="BA997F"/>
      </a:accent2>
      <a:accent3>
        <a:srgbClr val="AAA480"/>
      </a:accent3>
      <a:accent4>
        <a:srgbClr val="9BAA74"/>
      </a:accent4>
      <a:accent5>
        <a:srgbClr val="8FAC82"/>
      </a:accent5>
      <a:accent6>
        <a:srgbClr val="78B07E"/>
      </a:accent6>
      <a:hlink>
        <a:srgbClr val="568D8F"/>
      </a:hlink>
      <a:folHlink>
        <a:srgbClr val="7F7F7F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VTI" id="{D01443FD-65CF-4AEF-9B9D-4466C96F9785}" vid="{36EF4262-385E-40E6-B073-FB18FD98BF4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Neue Haas Grotesk Text Pro</vt:lpstr>
      <vt:lpstr>BjornVTI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HEIDI PAMELA MARTINEZ MARTINEZ</dc:creator>
  <cp:lastModifiedBy>HEIDI PAMELA MARTINEZ MARTINEZ</cp:lastModifiedBy>
  <cp:revision>1</cp:revision>
  <dcterms:created xsi:type="dcterms:W3CDTF">2022-11-28T00:26:09Z</dcterms:created>
  <dcterms:modified xsi:type="dcterms:W3CDTF">2022-11-28T00:56:41Z</dcterms:modified>
</cp:coreProperties>
</file>