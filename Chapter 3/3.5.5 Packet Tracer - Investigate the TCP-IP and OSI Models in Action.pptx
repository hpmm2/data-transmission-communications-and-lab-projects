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98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966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50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3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27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84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200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38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308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050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59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9/20/2022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1445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25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 descr="Fondo abstracto triangular">
            <a:extLst>
              <a:ext uri="{FF2B5EF4-FFF2-40B4-BE49-F238E27FC236}">
                <a16:creationId xmlns:a16="http://schemas.microsoft.com/office/drawing/2014/main" id="{9A6F8C76-7EB4-576D-3D9A-705509FB87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15709" r="-1" b="-1"/>
          <a:stretch/>
        </p:blipFill>
        <p:spPr>
          <a:xfrm>
            <a:off x="3059" y="10"/>
            <a:ext cx="12188941" cy="685799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ED2A4DF0-03DA-4CBE-8EE8-51932D5F6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3811" y="4034118"/>
            <a:ext cx="3343513" cy="2823882"/>
            <a:chOff x="8276452" y="3495816"/>
            <a:chExt cx="3980868" cy="3362184"/>
          </a:xfrm>
        </p:grpSpPr>
        <p:sp>
          <p:nvSpPr>
            <p:cNvPr id="32" name="Graphic 9">
              <a:extLst>
                <a:ext uri="{FF2B5EF4-FFF2-40B4-BE49-F238E27FC236}">
                  <a16:creationId xmlns:a16="http://schemas.microsoft.com/office/drawing/2014/main" id="{1A81A98D-C769-4C3F-8D1A-476D90A39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6452" y="3495816"/>
              <a:ext cx="2031397" cy="2031396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Graphic 18">
              <a:extLst>
                <a:ext uri="{FF2B5EF4-FFF2-40B4-BE49-F238E27FC236}">
                  <a16:creationId xmlns:a16="http://schemas.microsoft.com/office/drawing/2014/main" id="{9F86444B-E709-4FA7-B54E-AB04318502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522357" y="3738383"/>
              <a:ext cx="1374744" cy="2095182"/>
            </a:xfrm>
            <a:custGeom>
              <a:avLst/>
              <a:gdLst>
                <a:gd name="connsiteX0" fmla="*/ 3413379 w 3413378"/>
                <a:gd name="connsiteY0" fmla="*/ 3266028 h 6532054"/>
                <a:gd name="connsiteX1" fmla="*/ 1706689 w 3413378"/>
                <a:gd name="connsiteY1" fmla="*/ 6532055 h 6532054"/>
                <a:gd name="connsiteX2" fmla="*/ 0 w 3413378"/>
                <a:gd name="connsiteY2" fmla="*/ 3266028 h 6532054"/>
                <a:gd name="connsiteX3" fmla="*/ 1706689 w 3413378"/>
                <a:gd name="connsiteY3" fmla="*/ 0 h 6532054"/>
                <a:gd name="connsiteX4" fmla="*/ 3413379 w 3413378"/>
                <a:gd name="connsiteY4" fmla="*/ 3266028 h 653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378" h="6532054">
                  <a:moveTo>
                    <a:pt x="3413379" y="3266028"/>
                  </a:moveTo>
                  <a:cubicBezTo>
                    <a:pt x="3413379" y="5069777"/>
                    <a:pt x="1706689" y="6532055"/>
                    <a:pt x="1706689" y="6532055"/>
                  </a:cubicBezTo>
                  <a:cubicBezTo>
                    <a:pt x="1706689" y="6532055"/>
                    <a:pt x="0" y="5069777"/>
                    <a:pt x="0" y="3266028"/>
                  </a:cubicBezTo>
                  <a:cubicBezTo>
                    <a:pt x="0" y="1462278"/>
                    <a:pt x="1706689" y="0"/>
                    <a:pt x="1706689" y="0"/>
                  </a:cubicBezTo>
                  <a:cubicBezTo>
                    <a:pt x="1706689" y="0"/>
                    <a:pt x="3413379" y="1462278"/>
                    <a:pt x="3413379" y="3266028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EACF969-601F-4A19-B0C5-469737680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06276" y="5771958"/>
              <a:ext cx="293699" cy="29369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5EFD3E3-45A4-4EF0-A0F4-2104D6D92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50051" y="5667901"/>
              <a:ext cx="1741682" cy="1190099"/>
            </a:xfrm>
            <a:custGeom>
              <a:avLst/>
              <a:gdLst>
                <a:gd name="connsiteX0" fmla="*/ 688454 w 2606118"/>
                <a:gd name="connsiteY0" fmla="*/ 45 h 1780771"/>
                <a:gd name="connsiteX1" fmla="*/ 2185726 w 2606118"/>
                <a:gd name="connsiteY1" fmla="*/ 493214 h 1780771"/>
                <a:gd name="connsiteX2" fmla="*/ 2604211 w 2606118"/>
                <a:gd name="connsiteY2" fmla="*/ 1304250 h 1780771"/>
                <a:gd name="connsiteX3" fmla="*/ 2606118 w 2606118"/>
                <a:gd name="connsiteY3" fmla="*/ 1313978 h 1780771"/>
                <a:gd name="connsiteX4" fmla="*/ 2606118 w 2606118"/>
                <a:gd name="connsiteY4" fmla="*/ 1780771 h 1780771"/>
                <a:gd name="connsiteX5" fmla="*/ 215846 w 2606118"/>
                <a:gd name="connsiteY5" fmla="*/ 1780771 h 1780771"/>
                <a:gd name="connsiteX6" fmla="*/ 187787 w 2606118"/>
                <a:gd name="connsiteY6" fmla="*/ 1724104 h 1780771"/>
                <a:gd name="connsiteX7" fmla="*/ 49732 w 2606118"/>
                <a:gd name="connsiteY7" fmla="*/ 49732 h 1780771"/>
                <a:gd name="connsiteX8" fmla="*/ 688454 w 2606118"/>
                <a:gd name="connsiteY8" fmla="*/ 45 h 178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06118" h="1780771">
                  <a:moveTo>
                    <a:pt x="688454" y="45"/>
                  </a:moveTo>
                  <a:cubicBezTo>
                    <a:pt x="1159303" y="2313"/>
                    <a:pt x="1785062" y="92550"/>
                    <a:pt x="2185726" y="493214"/>
                  </a:cubicBezTo>
                  <a:cubicBezTo>
                    <a:pt x="2408317" y="715805"/>
                    <a:pt x="2535097" y="1007870"/>
                    <a:pt x="2604211" y="1304250"/>
                  </a:cubicBezTo>
                  <a:lnTo>
                    <a:pt x="2606118" y="1313978"/>
                  </a:lnTo>
                  <a:lnTo>
                    <a:pt x="2606118" y="1780771"/>
                  </a:lnTo>
                  <a:lnTo>
                    <a:pt x="215846" y="1780771"/>
                  </a:lnTo>
                  <a:lnTo>
                    <a:pt x="187787" y="1724104"/>
                  </a:lnTo>
                  <a:cubicBezTo>
                    <a:pt x="-127724" y="989597"/>
                    <a:pt x="49732" y="49732"/>
                    <a:pt x="49732" y="49732"/>
                  </a:cubicBezTo>
                  <a:cubicBezTo>
                    <a:pt x="49732" y="49732"/>
                    <a:pt x="322237" y="-1720"/>
                    <a:pt x="688454" y="4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4497F352-C821-9FD4-1990-1CCFACD95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534" y="636337"/>
            <a:ext cx="11352245" cy="48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88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25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 descr="Fondo abstracto triangular">
            <a:extLst>
              <a:ext uri="{FF2B5EF4-FFF2-40B4-BE49-F238E27FC236}">
                <a16:creationId xmlns:a16="http://schemas.microsoft.com/office/drawing/2014/main" id="{9A6F8C76-7EB4-576D-3D9A-705509FB87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15709" r="-1" b="-1"/>
          <a:stretch/>
        </p:blipFill>
        <p:spPr>
          <a:xfrm>
            <a:off x="3059" y="10"/>
            <a:ext cx="12188941" cy="685799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ED2A4DF0-03DA-4CBE-8EE8-51932D5F6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3811" y="4034118"/>
            <a:ext cx="3343513" cy="2823882"/>
            <a:chOff x="8276452" y="3495816"/>
            <a:chExt cx="3980868" cy="3362184"/>
          </a:xfrm>
        </p:grpSpPr>
        <p:sp>
          <p:nvSpPr>
            <p:cNvPr id="32" name="Graphic 9">
              <a:extLst>
                <a:ext uri="{FF2B5EF4-FFF2-40B4-BE49-F238E27FC236}">
                  <a16:creationId xmlns:a16="http://schemas.microsoft.com/office/drawing/2014/main" id="{1A81A98D-C769-4C3F-8D1A-476D90A39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6452" y="3495816"/>
              <a:ext cx="2031397" cy="2031396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Graphic 18">
              <a:extLst>
                <a:ext uri="{FF2B5EF4-FFF2-40B4-BE49-F238E27FC236}">
                  <a16:creationId xmlns:a16="http://schemas.microsoft.com/office/drawing/2014/main" id="{9F86444B-E709-4FA7-B54E-AB04318502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522357" y="3738383"/>
              <a:ext cx="1374744" cy="2095182"/>
            </a:xfrm>
            <a:custGeom>
              <a:avLst/>
              <a:gdLst>
                <a:gd name="connsiteX0" fmla="*/ 3413379 w 3413378"/>
                <a:gd name="connsiteY0" fmla="*/ 3266028 h 6532054"/>
                <a:gd name="connsiteX1" fmla="*/ 1706689 w 3413378"/>
                <a:gd name="connsiteY1" fmla="*/ 6532055 h 6532054"/>
                <a:gd name="connsiteX2" fmla="*/ 0 w 3413378"/>
                <a:gd name="connsiteY2" fmla="*/ 3266028 h 6532054"/>
                <a:gd name="connsiteX3" fmla="*/ 1706689 w 3413378"/>
                <a:gd name="connsiteY3" fmla="*/ 0 h 6532054"/>
                <a:gd name="connsiteX4" fmla="*/ 3413379 w 3413378"/>
                <a:gd name="connsiteY4" fmla="*/ 3266028 h 653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378" h="6532054">
                  <a:moveTo>
                    <a:pt x="3413379" y="3266028"/>
                  </a:moveTo>
                  <a:cubicBezTo>
                    <a:pt x="3413379" y="5069777"/>
                    <a:pt x="1706689" y="6532055"/>
                    <a:pt x="1706689" y="6532055"/>
                  </a:cubicBezTo>
                  <a:cubicBezTo>
                    <a:pt x="1706689" y="6532055"/>
                    <a:pt x="0" y="5069777"/>
                    <a:pt x="0" y="3266028"/>
                  </a:cubicBezTo>
                  <a:cubicBezTo>
                    <a:pt x="0" y="1462278"/>
                    <a:pt x="1706689" y="0"/>
                    <a:pt x="1706689" y="0"/>
                  </a:cubicBezTo>
                  <a:cubicBezTo>
                    <a:pt x="1706689" y="0"/>
                    <a:pt x="3413379" y="1462278"/>
                    <a:pt x="3413379" y="3266028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EACF969-601F-4A19-B0C5-469737680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06276" y="5771958"/>
              <a:ext cx="293699" cy="29369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5EFD3E3-45A4-4EF0-A0F4-2104D6D92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50051" y="5667901"/>
              <a:ext cx="1741682" cy="1190099"/>
            </a:xfrm>
            <a:custGeom>
              <a:avLst/>
              <a:gdLst>
                <a:gd name="connsiteX0" fmla="*/ 688454 w 2606118"/>
                <a:gd name="connsiteY0" fmla="*/ 45 h 1780771"/>
                <a:gd name="connsiteX1" fmla="*/ 2185726 w 2606118"/>
                <a:gd name="connsiteY1" fmla="*/ 493214 h 1780771"/>
                <a:gd name="connsiteX2" fmla="*/ 2604211 w 2606118"/>
                <a:gd name="connsiteY2" fmla="*/ 1304250 h 1780771"/>
                <a:gd name="connsiteX3" fmla="*/ 2606118 w 2606118"/>
                <a:gd name="connsiteY3" fmla="*/ 1313978 h 1780771"/>
                <a:gd name="connsiteX4" fmla="*/ 2606118 w 2606118"/>
                <a:gd name="connsiteY4" fmla="*/ 1780771 h 1780771"/>
                <a:gd name="connsiteX5" fmla="*/ 215846 w 2606118"/>
                <a:gd name="connsiteY5" fmla="*/ 1780771 h 1780771"/>
                <a:gd name="connsiteX6" fmla="*/ 187787 w 2606118"/>
                <a:gd name="connsiteY6" fmla="*/ 1724104 h 1780771"/>
                <a:gd name="connsiteX7" fmla="*/ 49732 w 2606118"/>
                <a:gd name="connsiteY7" fmla="*/ 49732 h 1780771"/>
                <a:gd name="connsiteX8" fmla="*/ 688454 w 2606118"/>
                <a:gd name="connsiteY8" fmla="*/ 45 h 178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06118" h="1780771">
                  <a:moveTo>
                    <a:pt x="688454" y="45"/>
                  </a:moveTo>
                  <a:cubicBezTo>
                    <a:pt x="1159303" y="2313"/>
                    <a:pt x="1785062" y="92550"/>
                    <a:pt x="2185726" y="493214"/>
                  </a:cubicBezTo>
                  <a:cubicBezTo>
                    <a:pt x="2408317" y="715805"/>
                    <a:pt x="2535097" y="1007870"/>
                    <a:pt x="2604211" y="1304250"/>
                  </a:cubicBezTo>
                  <a:lnTo>
                    <a:pt x="2606118" y="1313978"/>
                  </a:lnTo>
                  <a:lnTo>
                    <a:pt x="2606118" y="1780771"/>
                  </a:lnTo>
                  <a:lnTo>
                    <a:pt x="215846" y="1780771"/>
                  </a:lnTo>
                  <a:lnTo>
                    <a:pt x="187787" y="1724104"/>
                  </a:lnTo>
                  <a:cubicBezTo>
                    <a:pt x="-127724" y="989597"/>
                    <a:pt x="49732" y="49732"/>
                    <a:pt x="49732" y="49732"/>
                  </a:cubicBezTo>
                  <a:cubicBezTo>
                    <a:pt x="49732" y="49732"/>
                    <a:pt x="322237" y="-1720"/>
                    <a:pt x="688454" y="4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AA818286-7480-EBE3-0C2A-488A2954B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250" y="945612"/>
            <a:ext cx="11445551" cy="464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22843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Tropic">
      <a:dk1>
        <a:srgbClr val="000000"/>
      </a:dk1>
      <a:lt1>
        <a:sysClr val="window" lastClr="FFFFFF"/>
      </a:lt1>
      <a:dk2>
        <a:srgbClr val="09392F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68E74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Gill Sans Nova</vt:lpstr>
      <vt:lpstr>TropicVTI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 PAMELA MARTINEZ MARTINEZ</dc:creator>
  <cp:lastModifiedBy>HEIDI PAMELA MARTINEZ MARTINEZ</cp:lastModifiedBy>
  <cp:revision>1</cp:revision>
  <dcterms:created xsi:type="dcterms:W3CDTF">2022-09-20T05:42:17Z</dcterms:created>
  <dcterms:modified xsi:type="dcterms:W3CDTF">2022-09-20T06:15:23Z</dcterms:modified>
</cp:coreProperties>
</file>